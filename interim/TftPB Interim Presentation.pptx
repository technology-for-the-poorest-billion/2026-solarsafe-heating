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1" r:id="rId4"/>
    <p:sldId id="265" r:id="rId5"/>
    <p:sldId id="272" r:id="rId6"/>
    <p:sldId id="266" r:id="rId7"/>
    <p:sldId id="273" r:id="rId8"/>
    <p:sldId id="267" r:id="rId9"/>
    <p:sldId id="268" r:id="rId10"/>
    <p:sldId id="269" r:id="rId11"/>
    <p:sldId id="27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63BAD-33AF-4D28-B90E-5AC9603D66AA}" v="133" dt="2026-06-01T12:06:31.955"/>
    <p1510:client id="{279E99B0-CD2A-45EF-4583-05E85F6E19DD}" v="526" dt="2026-06-01T12:39:45.926"/>
    <p1510:client id="{66389A72-71E5-3C46-96B5-EFB15F869F9C}" v="207" dt="2026-06-01T12:55:03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Tuckwell" userId="S::jdt57@cam.ac.uk::cdf3a84e-f01f-4bb8-b430-359ca38a7827" providerId="AD" clId="Web-{0E25A4B7-0DBC-08FA-0A35-0D639916C739}"/>
    <pc:docChg chg="addSld modSld">
      <pc:chgData name="Josh Tuckwell" userId="S::jdt57@cam.ac.uk::cdf3a84e-f01f-4bb8-b430-359ca38a7827" providerId="AD" clId="Web-{0E25A4B7-0DBC-08FA-0A35-0D639916C739}" dt="2026-05-28T20:52:40.915" v="975" actId="20577"/>
      <pc:docMkLst>
        <pc:docMk/>
      </pc:docMkLst>
      <pc:sldChg chg="modSp">
        <pc:chgData name="Josh Tuckwell" userId="S::jdt57@cam.ac.uk::cdf3a84e-f01f-4bb8-b430-359ca38a7827" providerId="AD" clId="Web-{0E25A4B7-0DBC-08FA-0A35-0D639916C739}" dt="2026-05-28T20:52:40.915" v="975" actId="20577"/>
        <pc:sldMkLst>
          <pc:docMk/>
          <pc:sldMk cId="723679848" sldId="264"/>
        </pc:sldMkLst>
        <pc:spChg chg="mod">
          <ac:chgData name="Josh Tuckwell" userId="S::jdt57@cam.ac.uk::cdf3a84e-f01f-4bb8-b430-359ca38a7827" providerId="AD" clId="Web-{0E25A4B7-0DBC-08FA-0A35-0D639916C739}" dt="2026-05-28T20:52:40.915" v="975" actId="20577"/>
          <ac:spMkLst>
            <pc:docMk/>
            <pc:sldMk cId="723679848" sldId="264"/>
            <ac:spMk id="3" creationId="{CAE93395-B098-7581-C6F0-965DB6306EFC}"/>
          </ac:spMkLst>
        </pc:spChg>
      </pc:sldChg>
      <pc:sldChg chg="addSp modSp">
        <pc:chgData name="Josh Tuckwell" userId="S::jdt57@cam.ac.uk::cdf3a84e-f01f-4bb8-b430-359ca38a7827" providerId="AD" clId="Web-{0E25A4B7-0DBC-08FA-0A35-0D639916C739}" dt="2026-05-28T20:46:14.395" v="935" actId="20577"/>
        <pc:sldMkLst>
          <pc:docMk/>
          <pc:sldMk cId="613427748" sldId="265"/>
        </pc:sldMkLst>
        <pc:spChg chg="mod">
          <ac:chgData name="Josh Tuckwell" userId="S::jdt57@cam.ac.uk::cdf3a84e-f01f-4bb8-b430-359ca38a7827" providerId="AD" clId="Web-{0E25A4B7-0DBC-08FA-0A35-0D639916C739}" dt="2026-05-28T20:46:14.395" v="935" actId="20577"/>
          <ac:spMkLst>
            <pc:docMk/>
            <pc:sldMk cId="613427748" sldId="265"/>
            <ac:spMk id="3" creationId="{9ED98BED-19A0-5E46-12EC-0A6EAFDA042E}"/>
          </ac:spMkLst>
        </pc:spChg>
        <pc:spChg chg="add mod">
          <ac:chgData name="Josh Tuckwell" userId="S::jdt57@cam.ac.uk::cdf3a84e-f01f-4bb8-b430-359ca38a7827" providerId="AD" clId="Web-{0E25A4B7-0DBC-08FA-0A35-0D639916C739}" dt="2026-05-28T20:28:32.923" v="595" actId="1076"/>
          <ac:spMkLst>
            <pc:docMk/>
            <pc:sldMk cId="613427748" sldId="265"/>
            <ac:spMk id="4" creationId="{BCC5815C-AAD1-F5E3-318B-1B6D3E5B29A8}"/>
          </ac:spMkLst>
        </pc:spChg>
        <pc:spChg chg="add mod">
          <ac:chgData name="Josh Tuckwell" userId="S::jdt57@cam.ac.uk::cdf3a84e-f01f-4bb8-b430-359ca38a7827" providerId="AD" clId="Web-{0E25A4B7-0DBC-08FA-0A35-0D639916C739}" dt="2026-05-28T20:28:35.876" v="596" actId="1076"/>
          <ac:spMkLst>
            <pc:docMk/>
            <pc:sldMk cId="613427748" sldId="265"/>
            <ac:spMk id="5" creationId="{F44F9BB5-60AD-5EB3-7962-2D825904583B}"/>
          </ac:spMkLst>
        </pc:spChg>
        <pc:picChg chg="add mod">
          <ac:chgData name="Josh Tuckwell" userId="S::jdt57@cam.ac.uk::cdf3a84e-f01f-4bb8-b430-359ca38a7827" providerId="AD" clId="Web-{0E25A4B7-0DBC-08FA-0A35-0D639916C739}" dt="2026-05-28T20:32:46.138" v="634" actId="1076"/>
          <ac:picMkLst>
            <pc:docMk/>
            <pc:sldMk cId="613427748" sldId="265"/>
            <ac:picMk id="6" creationId="{10E346FF-8296-D135-9E9B-D4477C5F320A}"/>
          </ac:picMkLst>
        </pc:picChg>
      </pc:sldChg>
      <pc:sldChg chg="addSp delSp modSp add replId">
        <pc:chgData name="Josh Tuckwell" userId="S::jdt57@cam.ac.uk::cdf3a84e-f01f-4bb8-b430-359ca38a7827" providerId="AD" clId="Web-{0E25A4B7-0DBC-08FA-0A35-0D639916C739}" dt="2026-05-28T20:14:28.493" v="480" actId="14100"/>
        <pc:sldMkLst>
          <pc:docMk/>
          <pc:sldMk cId="1286600861" sldId="271"/>
        </pc:sldMkLst>
        <pc:spChg chg="mod">
          <ac:chgData name="Josh Tuckwell" userId="S::jdt57@cam.ac.uk::cdf3a84e-f01f-4bb8-b430-359ca38a7827" providerId="AD" clId="Web-{0E25A4B7-0DBC-08FA-0A35-0D639916C739}" dt="2026-05-28T20:14:28.493" v="480" actId="14100"/>
          <ac:spMkLst>
            <pc:docMk/>
            <pc:sldMk cId="1286600861" sldId="271"/>
            <ac:spMk id="3" creationId="{9BFA88F8-B41E-25D1-48B6-7D315DA27AA7}"/>
          </ac:spMkLst>
        </pc:spChg>
        <pc:spChg chg="add mod">
          <ac:chgData name="Josh Tuckwell" userId="S::jdt57@cam.ac.uk::cdf3a84e-f01f-4bb8-b430-359ca38a7827" providerId="AD" clId="Web-{0E25A4B7-0DBC-08FA-0A35-0D639916C739}" dt="2026-05-28T20:08:48.947" v="406" actId="14100"/>
          <ac:spMkLst>
            <pc:docMk/>
            <pc:sldMk cId="1286600861" sldId="271"/>
            <ac:spMk id="6" creationId="{D36D2068-323D-4B7C-D93A-1F32CC917B47}"/>
          </ac:spMkLst>
        </pc:spChg>
        <pc:spChg chg="add mod">
          <ac:chgData name="Josh Tuckwell" userId="S::jdt57@cam.ac.uk::cdf3a84e-f01f-4bb8-b430-359ca38a7827" providerId="AD" clId="Web-{0E25A4B7-0DBC-08FA-0A35-0D639916C739}" dt="2026-05-28T20:11:54.002" v="422" actId="14100"/>
          <ac:spMkLst>
            <pc:docMk/>
            <pc:sldMk cId="1286600861" sldId="271"/>
            <ac:spMk id="7" creationId="{E3AD1332-2C18-B1E7-4E63-1A475CF94D38}"/>
          </ac:spMkLst>
        </pc:spChg>
        <pc:picChg chg="add mod">
          <ac:chgData name="Josh Tuckwell" userId="S::jdt57@cam.ac.uk::cdf3a84e-f01f-4bb8-b430-359ca38a7827" providerId="AD" clId="Web-{0E25A4B7-0DBC-08FA-0A35-0D639916C739}" dt="2026-05-28T20:11:43.267" v="420" actId="1076"/>
          <ac:picMkLst>
            <pc:docMk/>
            <pc:sldMk cId="1286600861" sldId="271"/>
            <ac:picMk id="4" creationId="{CD9D4626-5D7A-81C2-FC04-20A95AFBD896}"/>
          </ac:picMkLst>
        </pc:picChg>
      </pc:sldChg>
      <pc:sldChg chg="addSp delSp modSp add replId">
        <pc:chgData name="Josh Tuckwell" userId="S::jdt57@cam.ac.uk::cdf3a84e-f01f-4bb8-b430-359ca38a7827" providerId="AD" clId="Web-{0E25A4B7-0DBC-08FA-0A35-0D639916C739}" dt="2026-05-28T20:47:17.835" v="942" actId="14100"/>
        <pc:sldMkLst>
          <pc:docMk/>
          <pc:sldMk cId="4074787460" sldId="272"/>
        </pc:sldMkLst>
        <pc:spChg chg="mod">
          <ac:chgData name="Josh Tuckwell" userId="S::jdt57@cam.ac.uk::cdf3a84e-f01f-4bb8-b430-359ca38a7827" providerId="AD" clId="Web-{0E25A4B7-0DBC-08FA-0A35-0D639916C739}" dt="2026-05-28T20:40:01.220" v="834" actId="20577"/>
          <ac:spMkLst>
            <pc:docMk/>
            <pc:sldMk cId="4074787460" sldId="272"/>
            <ac:spMk id="2" creationId="{E0A63664-5C52-207D-7112-423740ED18A2}"/>
          </ac:spMkLst>
        </pc:spChg>
        <pc:spChg chg="add mod">
          <ac:chgData name="Josh Tuckwell" userId="S::jdt57@cam.ac.uk::cdf3a84e-f01f-4bb8-b430-359ca38a7827" providerId="AD" clId="Web-{0E25A4B7-0DBC-08FA-0A35-0D639916C739}" dt="2026-05-28T20:47:17.835" v="942" actId="14100"/>
          <ac:spMkLst>
            <pc:docMk/>
            <pc:sldMk cId="4074787460" sldId="272"/>
            <ac:spMk id="8" creationId="{9875DE5B-E039-1421-7726-A23127A9E6DD}"/>
          </ac:spMkLst>
        </pc:spChg>
        <pc:spChg chg="mod">
          <ac:chgData name="Josh Tuckwell" userId="S::jdt57@cam.ac.uk::cdf3a84e-f01f-4bb8-b430-359ca38a7827" providerId="AD" clId="Web-{0E25A4B7-0DBC-08FA-0A35-0D639916C739}" dt="2026-05-28T20:36:36.508" v="714" actId="20577"/>
          <ac:spMkLst>
            <pc:docMk/>
            <pc:sldMk cId="4074787460" sldId="272"/>
            <ac:spMk id="36" creationId="{07E152CA-327B-E1C0-AF18-A2257D28DD0C}"/>
          </ac:spMkLst>
        </pc:spChg>
        <pc:graphicFrameChg chg="add mod ord modGraphic">
          <ac:chgData name="Josh Tuckwell" userId="S::jdt57@cam.ac.uk::cdf3a84e-f01f-4bb8-b430-359ca38a7827" providerId="AD" clId="Web-{0E25A4B7-0DBC-08FA-0A35-0D639916C739}" dt="2026-05-28T20:39:24.172" v="828" actId="1076"/>
          <ac:graphicFrameMkLst>
            <pc:docMk/>
            <pc:sldMk cId="4074787460" sldId="272"/>
            <ac:graphicFrameMk id="7" creationId="{E396E271-EB46-1824-7AC9-BEEE87DD339E}"/>
          </ac:graphicFrameMkLst>
        </pc:graphicFrameChg>
        <pc:picChg chg="add mod modCrop">
          <ac:chgData name="Josh Tuckwell" userId="S::jdt57@cam.ac.uk::cdf3a84e-f01f-4bb8-b430-359ca38a7827" providerId="AD" clId="Web-{0E25A4B7-0DBC-08FA-0A35-0D639916C739}" dt="2026-05-28T20:45:15.439" v="924" actId="1076"/>
          <ac:picMkLst>
            <pc:docMk/>
            <pc:sldMk cId="4074787460" sldId="272"/>
            <ac:picMk id="9" creationId="{3F517472-6288-E24F-867C-DCE4498133F3}"/>
          </ac:picMkLst>
        </pc:picChg>
      </pc:sldChg>
    </pc:docChg>
  </pc:docChgLst>
  <pc:docChgLst>
    <pc:chgData name="Josh Tuckwell" userId="S::jdt57@cam.ac.uk::cdf3a84e-f01f-4bb8-b430-359ca38a7827" providerId="AD" clId="Web-{279E99B0-CD2A-45EF-4583-05E85F6E19DD}"/>
    <pc:docChg chg="modSld">
      <pc:chgData name="Josh Tuckwell" userId="S::jdt57@cam.ac.uk::cdf3a84e-f01f-4bb8-b430-359ca38a7827" providerId="AD" clId="Web-{279E99B0-CD2A-45EF-4583-05E85F6E19DD}" dt="2026-06-01T12:39:45.926" v="336" actId="14100"/>
      <pc:docMkLst>
        <pc:docMk/>
      </pc:docMkLst>
      <pc:sldChg chg="modSp">
        <pc:chgData name="Josh Tuckwell" userId="S::jdt57@cam.ac.uk::cdf3a84e-f01f-4bb8-b430-359ca38a7827" providerId="AD" clId="Web-{279E99B0-CD2A-45EF-4583-05E85F6E19DD}" dt="2026-06-01T12:29:09.448" v="30" actId="20577"/>
        <pc:sldMkLst>
          <pc:docMk/>
          <pc:sldMk cId="723679848" sldId="264"/>
        </pc:sldMkLst>
        <pc:spChg chg="mod">
          <ac:chgData name="Josh Tuckwell" userId="S::jdt57@cam.ac.uk::cdf3a84e-f01f-4bb8-b430-359ca38a7827" providerId="AD" clId="Web-{279E99B0-CD2A-45EF-4583-05E85F6E19DD}" dt="2026-06-01T12:29:09.448" v="30" actId="20577"/>
          <ac:spMkLst>
            <pc:docMk/>
            <pc:sldMk cId="723679848" sldId="264"/>
            <ac:spMk id="3" creationId="{CAE93395-B098-7581-C6F0-965DB6306EFC}"/>
          </ac:spMkLst>
        </pc:spChg>
      </pc:sldChg>
      <pc:sldChg chg="addSp delSp modSp">
        <pc:chgData name="Josh Tuckwell" userId="S::jdt57@cam.ac.uk::cdf3a84e-f01f-4bb8-b430-359ca38a7827" providerId="AD" clId="Web-{279E99B0-CD2A-45EF-4583-05E85F6E19DD}" dt="2026-06-01T12:37:48.593" v="311" actId="20577"/>
        <pc:sldMkLst>
          <pc:docMk/>
          <pc:sldMk cId="613427748" sldId="265"/>
        </pc:sldMkLst>
        <pc:spChg chg="mod">
          <ac:chgData name="Josh Tuckwell" userId="S::jdt57@cam.ac.uk::cdf3a84e-f01f-4bb8-b430-359ca38a7827" providerId="AD" clId="Web-{279E99B0-CD2A-45EF-4583-05E85F6E19DD}" dt="2026-06-01T12:34:22.288" v="137" actId="14100"/>
          <ac:spMkLst>
            <pc:docMk/>
            <pc:sldMk cId="613427748" sldId="265"/>
            <ac:spMk id="3" creationId="{9ED98BED-19A0-5E46-12EC-0A6EAFDA042E}"/>
          </ac:spMkLst>
        </pc:spChg>
        <pc:spChg chg="mod">
          <ac:chgData name="Josh Tuckwell" userId="S::jdt57@cam.ac.uk::cdf3a84e-f01f-4bb8-b430-359ca38a7827" providerId="AD" clId="Web-{279E99B0-CD2A-45EF-4583-05E85F6E19DD}" dt="2026-06-01T12:29:58.466" v="35" actId="1076"/>
          <ac:spMkLst>
            <pc:docMk/>
            <pc:sldMk cId="613427748" sldId="265"/>
            <ac:spMk id="4" creationId="{BCC5815C-AAD1-F5E3-318B-1B6D3E5B29A8}"/>
          </ac:spMkLst>
        </pc:spChg>
        <pc:spChg chg="mod">
          <ac:chgData name="Josh Tuckwell" userId="S::jdt57@cam.ac.uk::cdf3a84e-f01f-4bb8-b430-359ca38a7827" providerId="AD" clId="Web-{279E99B0-CD2A-45EF-4583-05E85F6E19DD}" dt="2026-06-01T12:30:10.841" v="37" actId="1076"/>
          <ac:spMkLst>
            <pc:docMk/>
            <pc:sldMk cId="613427748" sldId="265"/>
            <ac:spMk id="5" creationId="{F44F9BB5-60AD-5EB3-7962-2D825904583B}"/>
          </ac:spMkLst>
        </pc:spChg>
        <pc:spChg chg="add del mod">
          <ac:chgData name="Josh Tuckwell" userId="S::jdt57@cam.ac.uk::cdf3a84e-f01f-4bb8-b430-359ca38a7827" providerId="AD" clId="Web-{279E99B0-CD2A-45EF-4583-05E85F6E19DD}" dt="2026-06-01T12:36:25.121" v="283"/>
          <ac:spMkLst>
            <pc:docMk/>
            <pc:sldMk cId="613427748" sldId="265"/>
            <ac:spMk id="7" creationId="{30EE0C44-47F0-B379-CCAB-B608E0F5EF04}"/>
          </ac:spMkLst>
        </pc:spChg>
        <pc:spChg chg="add mod">
          <ac:chgData name="Josh Tuckwell" userId="S::jdt57@cam.ac.uk::cdf3a84e-f01f-4bb8-b430-359ca38a7827" providerId="AD" clId="Web-{279E99B0-CD2A-45EF-4583-05E85F6E19DD}" dt="2026-06-01T12:37:48.593" v="311" actId="20577"/>
          <ac:spMkLst>
            <pc:docMk/>
            <pc:sldMk cId="613427748" sldId="265"/>
            <ac:spMk id="8" creationId="{7CA9D957-0435-FDDF-9404-757A8B6F55DF}"/>
          </ac:spMkLst>
        </pc:spChg>
        <pc:picChg chg="mod">
          <ac:chgData name="Josh Tuckwell" userId="S::jdt57@cam.ac.uk::cdf3a84e-f01f-4bb8-b430-359ca38a7827" providerId="AD" clId="Web-{279E99B0-CD2A-45EF-4583-05E85F6E19DD}" dt="2026-06-01T12:30:16.498" v="38" actId="1076"/>
          <ac:picMkLst>
            <pc:docMk/>
            <pc:sldMk cId="613427748" sldId="265"/>
            <ac:picMk id="6" creationId="{10E346FF-8296-D135-9E9B-D4477C5F320A}"/>
          </ac:picMkLst>
        </pc:picChg>
      </pc:sldChg>
      <pc:sldChg chg="addSp delSp modSp">
        <pc:chgData name="Josh Tuckwell" userId="S::jdt57@cam.ac.uk::cdf3a84e-f01f-4bb8-b430-359ca38a7827" providerId="AD" clId="Web-{279E99B0-CD2A-45EF-4583-05E85F6E19DD}" dt="2026-06-01T12:27:21.069" v="8" actId="1076"/>
        <pc:sldMkLst>
          <pc:docMk/>
          <pc:sldMk cId="2755981039" sldId="270"/>
        </pc:sldMkLst>
        <pc:spChg chg="add del mod">
          <ac:chgData name="Josh Tuckwell" userId="S::jdt57@cam.ac.uk::cdf3a84e-f01f-4bb8-b430-359ca38a7827" providerId="AD" clId="Web-{279E99B0-CD2A-45EF-4583-05E85F6E19DD}" dt="2026-06-01T12:26:42.505" v="1"/>
          <ac:spMkLst>
            <pc:docMk/>
            <pc:sldMk cId="2755981039" sldId="270"/>
            <ac:spMk id="4" creationId="{DA65AACA-A003-F59D-4702-241A983FBF77}"/>
          </ac:spMkLst>
        </pc:spChg>
        <pc:picChg chg="add mod ord">
          <ac:chgData name="Josh Tuckwell" userId="S::jdt57@cam.ac.uk::cdf3a84e-f01f-4bb8-b430-359ca38a7827" providerId="AD" clId="Web-{279E99B0-CD2A-45EF-4583-05E85F6E19DD}" dt="2026-06-01T12:27:21.069" v="8" actId="1076"/>
          <ac:picMkLst>
            <pc:docMk/>
            <pc:sldMk cId="2755981039" sldId="270"/>
            <ac:picMk id="5" creationId="{CD9CBE91-858B-489A-F786-DE076F0463B7}"/>
          </ac:picMkLst>
        </pc:picChg>
        <pc:picChg chg="del">
          <ac:chgData name="Josh Tuckwell" userId="S::jdt57@cam.ac.uk::cdf3a84e-f01f-4bb8-b430-359ca38a7827" providerId="AD" clId="Web-{279E99B0-CD2A-45EF-4583-05E85F6E19DD}" dt="2026-06-01T12:26:24.754" v="0"/>
          <ac:picMkLst>
            <pc:docMk/>
            <pc:sldMk cId="2755981039" sldId="270"/>
            <ac:picMk id="7" creationId="{5EF72F57-7864-1EE8-9DA9-FF56665FF4F0}"/>
          </ac:picMkLst>
        </pc:picChg>
      </pc:sldChg>
      <pc:sldChg chg="modSp">
        <pc:chgData name="Josh Tuckwell" userId="S::jdt57@cam.ac.uk::cdf3a84e-f01f-4bb8-b430-359ca38a7827" providerId="AD" clId="Web-{279E99B0-CD2A-45EF-4583-05E85F6E19DD}" dt="2026-06-01T12:39:45.926" v="336" actId="14100"/>
        <pc:sldMkLst>
          <pc:docMk/>
          <pc:sldMk cId="4074787460" sldId="272"/>
        </pc:sldMkLst>
        <pc:spChg chg="mod">
          <ac:chgData name="Josh Tuckwell" userId="S::jdt57@cam.ac.uk::cdf3a84e-f01f-4bb8-b430-359ca38a7827" providerId="AD" clId="Web-{279E99B0-CD2A-45EF-4583-05E85F6E19DD}" dt="2026-06-01T12:39:45.926" v="336" actId="14100"/>
          <ac:spMkLst>
            <pc:docMk/>
            <pc:sldMk cId="4074787460" sldId="272"/>
            <ac:spMk id="8" creationId="{9875DE5B-E039-1421-7726-A23127A9E6DD}"/>
          </ac:spMkLst>
        </pc:spChg>
        <pc:picChg chg="mod">
          <ac:chgData name="Josh Tuckwell" userId="S::jdt57@cam.ac.uk::cdf3a84e-f01f-4bb8-b430-359ca38a7827" providerId="AD" clId="Web-{279E99B0-CD2A-45EF-4583-05E85F6E19DD}" dt="2026-06-01T12:39:42.863" v="335" actId="14100"/>
          <ac:picMkLst>
            <pc:docMk/>
            <pc:sldMk cId="4074787460" sldId="272"/>
            <ac:picMk id="9" creationId="{3F517472-6288-E24F-867C-DCE4498133F3}"/>
          </ac:picMkLst>
        </pc:picChg>
      </pc:sldChg>
    </pc:docChg>
  </pc:docChgLst>
  <pc:docChgLst>
    <pc:chgData name="Zac Heggie" userId="e108ed31-089a-4b2e-be2f-3398cfb941d5" providerId="ADAL" clId="{3A0CFED2-7E0E-510F-BD3C-92FC78B86FA3}"/>
    <pc:docChg chg="custSel addSld modSld">
      <pc:chgData name="Zac Heggie" userId="e108ed31-089a-4b2e-be2f-3398cfb941d5" providerId="ADAL" clId="{3A0CFED2-7E0E-510F-BD3C-92FC78B86FA3}" dt="2026-06-01T12:55:03.682" v="209" actId="1076"/>
      <pc:docMkLst>
        <pc:docMk/>
      </pc:docMkLst>
      <pc:sldChg chg="addSp delSp modSp mod">
        <pc:chgData name="Zac Heggie" userId="e108ed31-089a-4b2e-be2f-3398cfb941d5" providerId="ADAL" clId="{3A0CFED2-7E0E-510F-BD3C-92FC78B86FA3}" dt="2026-06-01T12:51:59.440" v="165" actId="1076"/>
        <pc:sldMkLst>
          <pc:docMk/>
          <pc:sldMk cId="3997788028" sldId="268"/>
        </pc:sldMkLst>
        <pc:spChg chg="mod">
          <ac:chgData name="Zac Heggie" userId="e108ed31-089a-4b2e-be2f-3398cfb941d5" providerId="ADAL" clId="{3A0CFED2-7E0E-510F-BD3C-92FC78B86FA3}" dt="2026-06-01T12:10:56.129" v="46" actId="20577"/>
          <ac:spMkLst>
            <pc:docMk/>
            <pc:sldMk cId="3997788028" sldId="268"/>
            <ac:spMk id="2" creationId="{33C10803-013D-23D4-B2D7-FB0D2A43B6AC}"/>
          </ac:spMkLst>
        </pc:spChg>
        <pc:spChg chg="del mod">
          <ac:chgData name="Zac Heggie" userId="e108ed31-089a-4b2e-be2f-3398cfb941d5" providerId="ADAL" clId="{3A0CFED2-7E0E-510F-BD3C-92FC78B86FA3}" dt="2026-06-01T12:44:49.394" v="154"/>
          <ac:spMkLst>
            <pc:docMk/>
            <pc:sldMk cId="3997788028" sldId="268"/>
            <ac:spMk id="3" creationId="{AA11690F-1008-C8FB-342C-3A933AC571B1}"/>
          </ac:spMkLst>
        </pc:spChg>
        <pc:spChg chg="add del mod">
          <ac:chgData name="Zac Heggie" userId="e108ed31-089a-4b2e-be2f-3398cfb941d5" providerId="ADAL" clId="{3A0CFED2-7E0E-510F-BD3C-92FC78B86FA3}" dt="2026-06-01T12:14:21.305" v="56"/>
          <ac:spMkLst>
            <pc:docMk/>
            <pc:sldMk cId="3997788028" sldId="268"/>
            <ac:spMk id="4" creationId="{D57C38F3-E817-3C8B-8B66-1A02B5A8CAC4}"/>
          </ac:spMkLst>
        </pc:spChg>
        <pc:spChg chg="add del mod">
          <ac:chgData name="Zac Heggie" userId="e108ed31-089a-4b2e-be2f-3398cfb941d5" providerId="ADAL" clId="{3A0CFED2-7E0E-510F-BD3C-92FC78B86FA3}" dt="2026-06-01T12:51:52.447" v="163"/>
          <ac:spMkLst>
            <pc:docMk/>
            <pc:sldMk cId="3997788028" sldId="268"/>
            <ac:spMk id="8" creationId="{2E8952A1-FDA5-CFA0-5B45-C9EE30C818DB}"/>
          </ac:spMkLst>
        </pc:spChg>
        <pc:picChg chg="add del mod ord">
          <ac:chgData name="Zac Heggie" userId="e108ed31-089a-4b2e-be2f-3398cfb941d5" providerId="ADAL" clId="{3A0CFED2-7E0E-510F-BD3C-92FC78B86FA3}" dt="2026-06-01T12:51:51.281" v="161" actId="478"/>
          <ac:picMkLst>
            <pc:docMk/>
            <pc:sldMk cId="3997788028" sldId="268"/>
            <ac:picMk id="6" creationId="{4D4A0B46-F8DC-8597-4A12-9BDE179ECC06}"/>
          </ac:picMkLst>
        </pc:picChg>
        <pc:picChg chg="add mod ord">
          <ac:chgData name="Zac Heggie" userId="e108ed31-089a-4b2e-be2f-3398cfb941d5" providerId="ADAL" clId="{3A0CFED2-7E0E-510F-BD3C-92FC78B86FA3}" dt="2026-06-01T12:51:59.440" v="165" actId="1076"/>
          <ac:picMkLst>
            <pc:docMk/>
            <pc:sldMk cId="3997788028" sldId="268"/>
            <ac:picMk id="10" creationId="{50A0BA2F-E4C5-7464-931F-DF07BE4B1899}"/>
          </ac:picMkLst>
        </pc:picChg>
      </pc:sldChg>
      <pc:sldChg chg="addSp modSp mod">
        <pc:chgData name="Zac Heggie" userId="e108ed31-089a-4b2e-be2f-3398cfb941d5" providerId="ADAL" clId="{3A0CFED2-7E0E-510F-BD3C-92FC78B86FA3}" dt="2026-06-01T12:52:51.684" v="181" actId="20577"/>
        <pc:sldMkLst>
          <pc:docMk/>
          <pc:sldMk cId="4032154138" sldId="269"/>
        </pc:sldMkLst>
        <pc:spChg chg="mod">
          <ac:chgData name="Zac Heggie" userId="e108ed31-089a-4b2e-be2f-3398cfb941d5" providerId="ADAL" clId="{3A0CFED2-7E0E-510F-BD3C-92FC78B86FA3}" dt="2026-06-01T12:52:51.684" v="181" actId="20577"/>
          <ac:spMkLst>
            <pc:docMk/>
            <pc:sldMk cId="4032154138" sldId="269"/>
            <ac:spMk id="2" creationId="{65CD01DD-3A7E-EFB2-BB13-950FE7DEBA8A}"/>
          </ac:spMkLst>
        </pc:spChg>
        <pc:spChg chg="mod">
          <ac:chgData name="Zac Heggie" userId="e108ed31-089a-4b2e-be2f-3398cfb941d5" providerId="ADAL" clId="{3A0CFED2-7E0E-510F-BD3C-92FC78B86FA3}" dt="2026-06-01T12:47:37.980" v="160" actId="20577"/>
          <ac:spMkLst>
            <pc:docMk/>
            <pc:sldMk cId="4032154138" sldId="269"/>
            <ac:spMk id="3" creationId="{0FD3EE09-BE9D-BB7D-DE79-39A9C9A1ECD9}"/>
          </ac:spMkLst>
        </pc:spChg>
        <pc:picChg chg="add mod modCrop">
          <ac:chgData name="Zac Heggie" userId="e108ed31-089a-4b2e-be2f-3398cfb941d5" providerId="ADAL" clId="{3A0CFED2-7E0E-510F-BD3C-92FC78B86FA3}" dt="2026-06-01T12:47:12.832" v="156" actId="14100"/>
          <ac:picMkLst>
            <pc:docMk/>
            <pc:sldMk cId="4032154138" sldId="269"/>
            <ac:picMk id="4" creationId="{F7193BB2-2565-71BB-1CEC-50D712AFFE0A}"/>
          </ac:picMkLst>
        </pc:picChg>
        <pc:picChg chg="add mod modCrop">
          <ac:chgData name="Zac Heggie" userId="e108ed31-089a-4b2e-be2f-3398cfb941d5" providerId="ADAL" clId="{3A0CFED2-7E0E-510F-BD3C-92FC78B86FA3}" dt="2026-06-01T12:47:15.148" v="157" actId="14100"/>
          <ac:picMkLst>
            <pc:docMk/>
            <pc:sldMk cId="4032154138" sldId="269"/>
            <ac:picMk id="5" creationId="{6BC353A2-9EFC-C47B-2B78-C73A58D6B9F2}"/>
          </ac:picMkLst>
        </pc:picChg>
        <pc:picChg chg="add mod modCrop">
          <ac:chgData name="Zac Heggie" userId="e108ed31-089a-4b2e-be2f-3398cfb941d5" providerId="ADAL" clId="{3A0CFED2-7E0E-510F-BD3C-92FC78B86FA3}" dt="2026-06-01T12:47:18.980" v="159" actId="1076"/>
          <ac:picMkLst>
            <pc:docMk/>
            <pc:sldMk cId="4032154138" sldId="269"/>
            <ac:picMk id="6" creationId="{A2C50DB9-0F9A-9F41-E495-8EA010323090}"/>
          </ac:picMkLst>
        </pc:picChg>
      </pc:sldChg>
      <pc:sldChg chg="addSp delSp modSp add mod">
        <pc:chgData name="Zac Heggie" userId="e108ed31-089a-4b2e-be2f-3398cfb941d5" providerId="ADAL" clId="{3A0CFED2-7E0E-510F-BD3C-92FC78B86FA3}" dt="2026-06-01T12:55:03.682" v="209" actId="1076"/>
        <pc:sldMkLst>
          <pc:docMk/>
          <pc:sldMk cId="40968676" sldId="274"/>
        </pc:sldMkLst>
        <pc:spChg chg="mod">
          <ac:chgData name="Zac Heggie" userId="e108ed31-089a-4b2e-be2f-3398cfb941d5" providerId="ADAL" clId="{3A0CFED2-7E0E-510F-BD3C-92FC78B86FA3}" dt="2026-06-01T12:54:56.145" v="207" actId="404"/>
          <ac:spMkLst>
            <pc:docMk/>
            <pc:sldMk cId="40968676" sldId="274"/>
            <ac:spMk id="3" creationId="{D3EAC9C4-FAF2-A04E-C945-4EB1E63C2A33}"/>
          </ac:spMkLst>
        </pc:spChg>
        <pc:picChg chg="del">
          <ac:chgData name="Zac Heggie" userId="e108ed31-089a-4b2e-be2f-3398cfb941d5" providerId="ADAL" clId="{3A0CFED2-7E0E-510F-BD3C-92FC78B86FA3}" dt="2026-06-01T12:53:16.156" v="185" actId="478"/>
          <ac:picMkLst>
            <pc:docMk/>
            <pc:sldMk cId="40968676" sldId="274"/>
            <ac:picMk id="4" creationId="{E8FB65F3-C6FD-A39E-F23B-8942AC0EF81C}"/>
          </ac:picMkLst>
        </pc:picChg>
        <pc:picChg chg="del mod">
          <ac:chgData name="Zac Heggie" userId="e108ed31-089a-4b2e-be2f-3398cfb941d5" providerId="ADAL" clId="{3A0CFED2-7E0E-510F-BD3C-92FC78B86FA3}" dt="2026-06-01T12:54:06.800" v="193" actId="478"/>
          <ac:picMkLst>
            <pc:docMk/>
            <pc:sldMk cId="40968676" sldId="274"/>
            <ac:picMk id="5" creationId="{16232E56-96D6-D7EA-4611-40BA0346300D}"/>
          </ac:picMkLst>
        </pc:picChg>
        <pc:picChg chg="del mod">
          <ac:chgData name="Zac Heggie" userId="e108ed31-089a-4b2e-be2f-3398cfb941d5" providerId="ADAL" clId="{3A0CFED2-7E0E-510F-BD3C-92FC78B86FA3}" dt="2026-06-01T12:54:05.508" v="192" actId="478"/>
          <ac:picMkLst>
            <pc:docMk/>
            <pc:sldMk cId="40968676" sldId="274"/>
            <ac:picMk id="6" creationId="{1AE5EEA8-60A3-B507-477E-8925A944FBAA}"/>
          </ac:picMkLst>
        </pc:picChg>
        <pc:picChg chg="add mod">
          <ac:chgData name="Zac Heggie" userId="e108ed31-089a-4b2e-be2f-3398cfb941d5" providerId="ADAL" clId="{3A0CFED2-7E0E-510F-BD3C-92FC78B86FA3}" dt="2026-06-01T12:55:03.682" v="209" actId="1076"/>
          <ac:picMkLst>
            <pc:docMk/>
            <pc:sldMk cId="40968676" sldId="274"/>
            <ac:picMk id="7" creationId="{CCB7AB48-0F34-C0C0-AD88-6B2248FE97A4}"/>
          </ac:picMkLst>
        </pc:picChg>
        <pc:picChg chg="add mod">
          <ac:chgData name="Zac Heggie" userId="e108ed31-089a-4b2e-be2f-3398cfb941d5" providerId="ADAL" clId="{3A0CFED2-7E0E-510F-BD3C-92FC78B86FA3}" dt="2026-06-01T12:55:02.125" v="208" actId="1076"/>
          <ac:picMkLst>
            <pc:docMk/>
            <pc:sldMk cId="40968676" sldId="274"/>
            <ac:picMk id="8" creationId="{CA30941E-DE71-3E8E-D9DC-080DD8B62685}"/>
          </ac:picMkLst>
        </pc:picChg>
      </pc:sldChg>
    </pc:docChg>
  </pc:docChgLst>
  <pc:docChgLst>
    <pc:chgData name="Josh Tuckwell" userId="S::jdt57@cam.ac.uk::cdf3a84e-f01f-4bb8-b430-359ca38a7827" providerId="AD" clId="Web-{0478FC97-B262-E7C6-77C0-01775F496701}"/>
    <pc:docChg chg="addSld modSld">
      <pc:chgData name="Josh Tuckwell" userId="S::jdt57@cam.ac.uk::cdf3a84e-f01f-4bb8-b430-359ca38a7827" providerId="AD" clId="Web-{0478FC97-B262-E7C6-77C0-01775F496701}" dt="2026-05-28T13:53:11.861" v="24" actId="1076"/>
      <pc:docMkLst>
        <pc:docMk/>
      </pc:docMkLst>
      <pc:sldChg chg="addSp delSp modSp add replId">
        <pc:chgData name="Josh Tuckwell" userId="S::jdt57@cam.ac.uk::cdf3a84e-f01f-4bb8-b430-359ca38a7827" providerId="AD" clId="Web-{0478FC97-B262-E7C6-77C0-01775F496701}" dt="2026-05-28T13:53:11.861" v="24" actId="1076"/>
        <pc:sldMkLst>
          <pc:docMk/>
          <pc:sldMk cId="2755981039" sldId="270"/>
        </pc:sldMkLst>
        <pc:spChg chg="mod">
          <ac:chgData name="Josh Tuckwell" userId="S::jdt57@cam.ac.uk::cdf3a84e-f01f-4bb8-b430-359ca38a7827" providerId="AD" clId="Web-{0478FC97-B262-E7C6-77C0-01775F496701}" dt="2026-05-28T13:49:20.510" v="15" actId="20577"/>
          <ac:spMkLst>
            <pc:docMk/>
            <pc:sldMk cId="2755981039" sldId="270"/>
            <ac:spMk id="2" creationId="{E6A08462-509B-98C6-C85A-21483405A1C0}"/>
          </ac:spMkLst>
        </pc:spChg>
        <pc:picChg chg="add mod ord">
          <ac:chgData name="Josh Tuckwell" userId="S::jdt57@cam.ac.uk::cdf3a84e-f01f-4bb8-b430-359ca38a7827" providerId="AD" clId="Web-{0478FC97-B262-E7C6-77C0-01775F496701}" dt="2026-05-28T13:53:11.861" v="24" actId="1076"/>
          <ac:picMkLst>
            <pc:docMk/>
            <pc:sldMk cId="2755981039" sldId="270"/>
            <ac:picMk id="7" creationId="{5EF72F57-7864-1EE8-9DA9-FF56665FF4F0}"/>
          </ac:picMkLst>
        </pc:picChg>
      </pc:sldChg>
    </pc:docChg>
  </pc:docChgLst>
  <pc:docChgLst>
    <pc:chgData name="James Edwicker" userId="f92c5dd9-7436-4bfa-baff-181e7ead024a" providerId="ADAL" clId="{BBA393B9-936C-4AA9-965C-F652B11E97B8}"/>
    <pc:docChg chg="undo custSel addSld delSld modSld">
      <pc:chgData name="James Edwicker" userId="f92c5dd9-7436-4bfa-baff-181e7ead024a" providerId="ADAL" clId="{BBA393B9-936C-4AA9-965C-F652B11E97B8}" dt="2026-05-28T15:53:50.618" v="681" actId="20577"/>
      <pc:docMkLst>
        <pc:docMk/>
      </pc:docMkLst>
      <pc:sldChg chg="modSp mod">
        <pc:chgData name="James Edwicker" userId="f92c5dd9-7436-4bfa-baff-181e7ead024a" providerId="ADAL" clId="{BBA393B9-936C-4AA9-965C-F652B11E97B8}" dt="2026-05-28T15:53:50.618" v="681" actId="20577"/>
        <pc:sldMkLst>
          <pc:docMk/>
          <pc:sldMk cId="448040804" sldId="256"/>
        </pc:sldMkLst>
        <pc:spChg chg="mod">
          <ac:chgData name="James Edwicker" userId="f92c5dd9-7436-4bfa-baff-181e7ead024a" providerId="ADAL" clId="{BBA393B9-936C-4AA9-965C-F652B11E97B8}" dt="2026-05-28T15:53:50.618" v="681" actId="20577"/>
          <ac:spMkLst>
            <pc:docMk/>
            <pc:sldMk cId="448040804" sldId="256"/>
            <ac:spMk id="2" creationId="{5DA18E8E-33A3-5CEE-302E-1EB50302C810}"/>
          </ac:spMkLst>
        </pc:spChg>
      </pc:sldChg>
      <pc:sldChg chg="addSp delSp modSp mod">
        <pc:chgData name="James Edwicker" userId="f92c5dd9-7436-4bfa-baff-181e7ead024a" providerId="ADAL" clId="{BBA393B9-936C-4AA9-965C-F652B11E97B8}" dt="2026-05-28T13:38:59.280" v="56" actId="20577"/>
        <pc:sldMkLst>
          <pc:docMk/>
          <pc:sldMk cId="723679848" sldId="264"/>
        </pc:sldMkLst>
        <pc:spChg chg="add del mod">
          <ac:chgData name="James Edwicker" userId="f92c5dd9-7436-4bfa-baff-181e7ead024a" providerId="ADAL" clId="{BBA393B9-936C-4AA9-965C-F652B11E97B8}" dt="2026-05-28T13:38:59.280" v="56" actId="20577"/>
          <ac:spMkLst>
            <pc:docMk/>
            <pc:sldMk cId="723679848" sldId="264"/>
            <ac:spMk id="2" creationId="{4E551C1B-BF83-A0C4-BDEE-FE961019D0FF}"/>
          </ac:spMkLst>
        </pc:spChg>
        <pc:spChg chg="mod">
          <ac:chgData name="James Edwicker" userId="f92c5dd9-7436-4bfa-baff-181e7ead024a" providerId="ADAL" clId="{BBA393B9-936C-4AA9-965C-F652B11E97B8}" dt="2026-05-28T13:37:59.156" v="0" actId="20577"/>
          <ac:spMkLst>
            <pc:docMk/>
            <pc:sldMk cId="723679848" sldId="264"/>
            <ac:spMk id="3" creationId="{CAE93395-B098-7581-C6F0-965DB6306EFC}"/>
          </ac:spMkLst>
        </pc:spChg>
      </pc:sldChg>
      <pc:sldChg chg="modSp add mod">
        <pc:chgData name="James Edwicker" userId="f92c5dd9-7436-4bfa-baff-181e7ead024a" providerId="ADAL" clId="{BBA393B9-936C-4AA9-965C-F652B11E97B8}" dt="2026-05-28T13:39:28.625" v="84" actId="20577"/>
        <pc:sldMkLst>
          <pc:docMk/>
          <pc:sldMk cId="613427748" sldId="265"/>
        </pc:sldMkLst>
        <pc:spChg chg="mod">
          <ac:chgData name="James Edwicker" userId="f92c5dd9-7436-4bfa-baff-181e7ead024a" providerId="ADAL" clId="{BBA393B9-936C-4AA9-965C-F652B11E97B8}" dt="2026-05-28T13:39:28.625" v="84" actId="20577"/>
          <ac:spMkLst>
            <pc:docMk/>
            <pc:sldMk cId="613427748" sldId="265"/>
            <ac:spMk id="2" creationId="{CF1D289E-752C-81CA-99C0-31C953985483}"/>
          </ac:spMkLst>
        </pc:spChg>
      </pc:sldChg>
      <pc:sldChg chg="addSp delSp modSp add mod">
        <pc:chgData name="James Edwicker" userId="f92c5dd9-7436-4bfa-baff-181e7ead024a" providerId="ADAL" clId="{BBA393B9-936C-4AA9-965C-F652B11E97B8}" dt="2026-05-28T15:38:08.339" v="429" actId="20577"/>
        <pc:sldMkLst>
          <pc:docMk/>
          <pc:sldMk cId="3496654999" sldId="266"/>
        </pc:sldMkLst>
        <pc:spChg chg="mod">
          <ac:chgData name="James Edwicker" userId="f92c5dd9-7436-4bfa-baff-181e7ead024a" providerId="ADAL" clId="{BBA393B9-936C-4AA9-965C-F652B11E97B8}" dt="2026-05-28T13:39:42.687" v="100" actId="20577"/>
          <ac:spMkLst>
            <pc:docMk/>
            <pc:sldMk cId="3496654999" sldId="266"/>
            <ac:spMk id="2" creationId="{9F35CA3F-F99F-2D10-F9CC-1090FE3E47DC}"/>
          </ac:spMkLst>
        </pc:spChg>
        <pc:spChg chg="add del mod">
          <ac:chgData name="James Edwicker" userId="f92c5dd9-7436-4bfa-baff-181e7ead024a" providerId="ADAL" clId="{BBA393B9-936C-4AA9-965C-F652B11E97B8}" dt="2026-05-28T15:38:08.339" v="429" actId="20577"/>
          <ac:spMkLst>
            <pc:docMk/>
            <pc:sldMk cId="3496654999" sldId="266"/>
            <ac:spMk id="3" creationId="{787E6BCD-010E-BA74-5826-9EEBC186F895}"/>
          </ac:spMkLst>
        </pc:spChg>
        <pc:picChg chg="add mod">
          <ac:chgData name="James Edwicker" userId="f92c5dd9-7436-4bfa-baff-181e7ead024a" providerId="ADAL" clId="{BBA393B9-936C-4AA9-965C-F652B11E97B8}" dt="2026-05-28T14:58:03.617" v="245" actId="1076"/>
          <ac:picMkLst>
            <pc:docMk/>
            <pc:sldMk cId="3496654999" sldId="266"/>
            <ac:picMk id="5" creationId="{33FA22B7-B55D-2395-5939-86D02051F250}"/>
          </ac:picMkLst>
        </pc:picChg>
        <pc:picChg chg="add mod">
          <ac:chgData name="James Edwicker" userId="f92c5dd9-7436-4bfa-baff-181e7ead024a" providerId="ADAL" clId="{BBA393B9-936C-4AA9-965C-F652B11E97B8}" dt="2026-05-28T14:58:04.981" v="246" actId="1076"/>
          <ac:picMkLst>
            <pc:docMk/>
            <pc:sldMk cId="3496654999" sldId="266"/>
            <ac:picMk id="7" creationId="{6C4AAEEF-0AB1-B3F7-8241-DD9897FEC269}"/>
          </ac:picMkLst>
        </pc:picChg>
        <pc:picChg chg="add mod">
          <ac:chgData name="James Edwicker" userId="f92c5dd9-7436-4bfa-baff-181e7ead024a" providerId="ADAL" clId="{BBA393B9-936C-4AA9-965C-F652B11E97B8}" dt="2026-05-28T15:37:49.008" v="393" actId="1076"/>
          <ac:picMkLst>
            <pc:docMk/>
            <pc:sldMk cId="3496654999" sldId="266"/>
            <ac:picMk id="9" creationId="{5F5ECD93-DAF9-5885-993E-37EAD45A7830}"/>
          </ac:picMkLst>
        </pc:picChg>
        <pc:picChg chg="add mod">
          <ac:chgData name="James Edwicker" userId="f92c5dd9-7436-4bfa-baff-181e7ead024a" providerId="ADAL" clId="{BBA393B9-936C-4AA9-965C-F652B11E97B8}" dt="2026-05-28T14:58:16.065" v="253" actId="1076"/>
          <ac:picMkLst>
            <pc:docMk/>
            <pc:sldMk cId="3496654999" sldId="266"/>
            <ac:picMk id="13" creationId="{77C5F73D-8E15-A1CC-BBDF-42E6FA17FFAE}"/>
          </ac:picMkLst>
        </pc:picChg>
      </pc:sldChg>
      <pc:sldChg chg="modSp add mod">
        <pc:chgData name="James Edwicker" userId="f92c5dd9-7436-4bfa-baff-181e7ead024a" providerId="ADAL" clId="{BBA393B9-936C-4AA9-965C-F652B11E97B8}" dt="2026-05-28T15:40:19.232" v="655" actId="20577"/>
        <pc:sldMkLst>
          <pc:docMk/>
          <pc:sldMk cId="1079946952" sldId="267"/>
        </pc:sldMkLst>
        <pc:spChg chg="mod">
          <ac:chgData name="James Edwicker" userId="f92c5dd9-7436-4bfa-baff-181e7ead024a" providerId="ADAL" clId="{BBA393B9-936C-4AA9-965C-F652B11E97B8}" dt="2026-05-28T13:40:04.144" v="189" actId="20577"/>
          <ac:spMkLst>
            <pc:docMk/>
            <pc:sldMk cId="1079946952" sldId="267"/>
            <ac:spMk id="2" creationId="{3435E122-2743-2744-C6FA-3F1D32C2F292}"/>
          </ac:spMkLst>
        </pc:spChg>
        <pc:spChg chg="mod">
          <ac:chgData name="James Edwicker" userId="f92c5dd9-7436-4bfa-baff-181e7ead024a" providerId="ADAL" clId="{BBA393B9-936C-4AA9-965C-F652B11E97B8}" dt="2026-05-28T15:40:19.232" v="655" actId="20577"/>
          <ac:spMkLst>
            <pc:docMk/>
            <pc:sldMk cId="1079946952" sldId="267"/>
            <ac:spMk id="3" creationId="{9A0B3345-FFE2-066B-799F-6785E41BAB3C}"/>
          </ac:spMkLst>
        </pc:spChg>
      </pc:sldChg>
      <pc:sldChg chg="modSp add mod">
        <pc:chgData name="James Edwicker" userId="f92c5dd9-7436-4bfa-baff-181e7ead024a" providerId="ADAL" clId="{BBA393B9-936C-4AA9-965C-F652B11E97B8}" dt="2026-05-28T13:40:19.632" v="208" actId="20577"/>
        <pc:sldMkLst>
          <pc:docMk/>
          <pc:sldMk cId="3997788028" sldId="268"/>
        </pc:sldMkLst>
        <pc:spChg chg="mod">
          <ac:chgData name="James Edwicker" userId="f92c5dd9-7436-4bfa-baff-181e7ead024a" providerId="ADAL" clId="{BBA393B9-936C-4AA9-965C-F652B11E97B8}" dt="2026-05-28T13:40:19.632" v="208" actId="20577"/>
          <ac:spMkLst>
            <pc:docMk/>
            <pc:sldMk cId="3997788028" sldId="268"/>
            <ac:spMk id="2" creationId="{33C10803-013D-23D4-B2D7-FB0D2A43B6AC}"/>
          </ac:spMkLst>
        </pc:spChg>
      </pc:sldChg>
      <pc:sldChg chg="modSp add mod">
        <pc:chgData name="James Edwicker" userId="f92c5dd9-7436-4bfa-baff-181e7ead024a" providerId="ADAL" clId="{BBA393B9-936C-4AA9-965C-F652B11E97B8}" dt="2026-05-28T13:40:33.407" v="226" actId="20577"/>
        <pc:sldMkLst>
          <pc:docMk/>
          <pc:sldMk cId="4032154138" sldId="269"/>
        </pc:sldMkLst>
        <pc:spChg chg="mod">
          <ac:chgData name="James Edwicker" userId="f92c5dd9-7436-4bfa-baff-181e7ead024a" providerId="ADAL" clId="{BBA393B9-936C-4AA9-965C-F652B11E97B8}" dt="2026-05-28T13:40:33.407" v="226" actId="20577"/>
          <ac:spMkLst>
            <pc:docMk/>
            <pc:sldMk cId="4032154138" sldId="269"/>
            <ac:spMk id="2" creationId="{65CD01DD-3A7E-EFB2-BB13-950FE7DEBA8A}"/>
          </ac:spMkLst>
        </pc:spChg>
      </pc:sldChg>
    </pc:docChg>
  </pc:docChgLst>
  <pc:docChgLst>
    <pc:chgData name="James Edwicker" userId="f92c5dd9-7436-4bfa-baff-181e7ead024a" providerId="ADAL" clId="{2DDC407A-718E-4EB5-A416-2924CC3BBE1F}"/>
    <pc:docChg chg="undo custSel addSld modSld">
      <pc:chgData name="James Edwicker" userId="f92c5dd9-7436-4bfa-baff-181e7ead024a" providerId="ADAL" clId="{2DDC407A-718E-4EB5-A416-2924CC3BBE1F}" dt="2026-06-01T12:06:31.955" v="141" actId="1076"/>
      <pc:docMkLst>
        <pc:docMk/>
      </pc:docMkLst>
      <pc:sldChg chg="addSp delSp modSp add mod">
        <pc:chgData name="James Edwicker" userId="f92c5dd9-7436-4bfa-baff-181e7ead024a" providerId="ADAL" clId="{2DDC407A-718E-4EB5-A416-2924CC3BBE1F}" dt="2026-06-01T12:06:31.955" v="141" actId="1076"/>
        <pc:sldMkLst>
          <pc:docMk/>
          <pc:sldMk cId="3398903208" sldId="273"/>
        </pc:sldMkLst>
        <pc:spChg chg="del">
          <ac:chgData name="James Edwicker" userId="f92c5dd9-7436-4bfa-baff-181e7ead024a" providerId="ADAL" clId="{2DDC407A-718E-4EB5-A416-2924CC3BBE1F}" dt="2026-06-01T11:40:20.990" v="5" actId="478"/>
          <ac:spMkLst>
            <pc:docMk/>
            <pc:sldMk cId="3398903208" sldId="273"/>
            <ac:spMk id="3" creationId="{EAD63680-7C00-7405-6E48-3F85EE4D1921}"/>
          </ac:spMkLst>
        </pc:spChg>
        <pc:spChg chg="add del mod">
          <ac:chgData name="James Edwicker" userId="f92c5dd9-7436-4bfa-baff-181e7ead024a" providerId="ADAL" clId="{2DDC407A-718E-4EB5-A416-2924CC3BBE1F}" dt="2026-06-01T11:40:22.905" v="6" actId="478"/>
          <ac:spMkLst>
            <pc:docMk/>
            <pc:sldMk cId="3398903208" sldId="273"/>
            <ac:spMk id="6" creationId="{DE680ED3-F2B2-8114-F611-7176AB2726EA}"/>
          </ac:spMkLst>
        </pc:spChg>
        <pc:spChg chg="add mod">
          <ac:chgData name="James Edwicker" userId="f92c5dd9-7436-4bfa-baff-181e7ead024a" providerId="ADAL" clId="{2DDC407A-718E-4EB5-A416-2924CC3BBE1F}" dt="2026-06-01T12:04:20.349" v="122" actId="20577"/>
          <ac:spMkLst>
            <pc:docMk/>
            <pc:sldMk cId="3398903208" sldId="273"/>
            <ac:spMk id="31" creationId="{FF97487A-1F63-884F-ED7B-192614DD4117}"/>
          </ac:spMkLst>
        </pc:spChg>
        <pc:spChg chg="add mod">
          <ac:chgData name="James Edwicker" userId="f92c5dd9-7436-4bfa-baff-181e7ead024a" providerId="ADAL" clId="{2DDC407A-718E-4EB5-A416-2924CC3BBE1F}" dt="2026-06-01T12:00:08.058" v="70" actId="1076"/>
          <ac:spMkLst>
            <pc:docMk/>
            <pc:sldMk cId="3398903208" sldId="273"/>
            <ac:spMk id="32" creationId="{42C86339-8346-97A3-CF33-43B0917CA373}"/>
          </ac:spMkLst>
        </pc:spChg>
        <pc:spChg chg="add mod">
          <ac:chgData name="James Edwicker" userId="f92c5dd9-7436-4bfa-baff-181e7ead024a" providerId="ADAL" clId="{2DDC407A-718E-4EB5-A416-2924CC3BBE1F}" dt="2026-06-01T12:01:37.020" v="91" actId="1076"/>
          <ac:spMkLst>
            <pc:docMk/>
            <pc:sldMk cId="3398903208" sldId="273"/>
            <ac:spMk id="33" creationId="{4D54803D-D8C4-1466-8B48-05FF859C9681}"/>
          </ac:spMkLst>
        </pc:spChg>
        <pc:spChg chg="add mod">
          <ac:chgData name="James Edwicker" userId="f92c5dd9-7436-4bfa-baff-181e7ead024a" providerId="ADAL" clId="{2DDC407A-718E-4EB5-A416-2924CC3BBE1F}" dt="2026-06-01T12:03:56.561" v="111" actId="1076"/>
          <ac:spMkLst>
            <pc:docMk/>
            <pc:sldMk cId="3398903208" sldId="273"/>
            <ac:spMk id="35" creationId="{03C0830C-3539-92A7-7CE6-26F15FBE1457}"/>
          </ac:spMkLst>
        </pc:spChg>
        <pc:spChg chg="add mod">
          <ac:chgData name="James Edwicker" userId="f92c5dd9-7436-4bfa-baff-181e7ead024a" providerId="ADAL" clId="{2DDC407A-718E-4EB5-A416-2924CC3BBE1F}" dt="2026-06-01T12:06:31.955" v="141" actId="1076"/>
          <ac:spMkLst>
            <pc:docMk/>
            <pc:sldMk cId="3398903208" sldId="273"/>
            <ac:spMk id="40" creationId="{4AD7E959-2F8D-963E-6470-8165B958C681}"/>
          </ac:spMkLst>
        </pc:spChg>
        <pc:spChg chg="add mod">
          <ac:chgData name="James Edwicker" userId="f92c5dd9-7436-4bfa-baff-181e7ead024a" providerId="ADAL" clId="{2DDC407A-718E-4EB5-A416-2924CC3BBE1F}" dt="2026-06-01T12:05:14.745" v="140" actId="20577"/>
          <ac:spMkLst>
            <pc:docMk/>
            <pc:sldMk cId="3398903208" sldId="273"/>
            <ac:spMk id="41" creationId="{B6C8F088-9D7F-AC62-4332-8A8ADE256573}"/>
          </ac:spMkLst>
        </pc:spChg>
        <pc:picChg chg="del">
          <ac:chgData name="James Edwicker" userId="f92c5dd9-7436-4bfa-baff-181e7ead024a" providerId="ADAL" clId="{2DDC407A-718E-4EB5-A416-2924CC3BBE1F}" dt="2026-06-01T11:40:16.961" v="1" actId="478"/>
          <ac:picMkLst>
            <pc:docMk/>
            <pc:sldMk cId="3398903208" sldId="273"/>
            <ac:picMk id="5" creationId="{8B250C7D-7699-6608-4897-1E5869A30CC1}"/>
          </ac:picMkLst>
        </pc:picChg>
        <pc:picChg chg="del">
          <ac:chgData name="James Edwicker" userId="f92c5dd9-7436-4bfa-baff-181e7ead024a" providerId="ADAL" clId="{2DDC407A-718E-4EB5-A416-2924CC3BBE1F}" dt="2026-06-01T11:40:18.011" v="2" actId="478"/>
          <ac:picMkLst>
            <pc:docMk/>
            <pc:sldMk cId="3398903208" sldId="273"/>
            <ac:picMk id="7" creationId="{FC9C97D3-C456-9805-B480-D5EE6BFB6BC3}"/>
          </ac:picMkLst>
        </pc:picChg>
        <pc:picChg chg="del">
          <ac:chgData name="James Edwicker" userId="f92c5dd9-7436-4bfa-baff-181e7ead024a" providerId="ADAL" clId="{2DDC407A-718E-4EB5-A416-2924CC3BBE1F}" dt="2026-06-01T11:40:19.165" v="4" actId="478"/>
          <ac:picMkLst>
            <pc:docMk/>
            <pc:sldMk cId="3398903208" sldId="273"/>
            <ac:picMk id="9" creationId="{18883380-BB7B-7176-0F49-3C840EC0AC15}"/>
          </ac:picMkLst>
        </pc:picChg>
        <pc:picChg chg="add mod">
          <ac:chgData name="James Edwicker" userId="f92c5dd9-7436-4bfa-baff-181e7ead024a" providerId="ADAL" clId="{2DDC407A-718E-4EB5-A416-2924CC3BBE1F}" dt="2026-06-01T12:04:12.248" v="114" actId="1076"/>
          <ac:picMkLst>
            <pc:docMk/>
            <pc:sldMk cId="3398903208" sldId="273"/>
            <ac:picMk id="10" creationId="{16895D67-6F07-9F01-1A42-6D635F061FF6}"/>
          </ac:picMkLst>
        </pc:picChg>
        <pc:picChg chg="del">
          <ac:chgData name="James Edwicker" userId="f92c5dd9-7436-4bfa-baff-181e7ead024a" providerId="ADAL" clId="{2DDC407A-718E-4EB5-A416-2924CC3BBE1F}" dt="2026-06-01T11:40:18.699" v="3" actId="478"/>
          <ac:picMkLst>
            <pc:docMk/>
            <pc:sldMk cId="3398903208" sldId="273"/>
            <ac:picMk id="13" creationId="{38A03808-C25D-8680-E45F-6B14DD42C8C2}"/>
          </ac:picMkLst>
        </pc:picChg>
        <pc:cxnChg chg="add del">
          <ac:chgData name="James Edwicker" userId="f92c5dd9-7436-4bfa-baff-181e7ead024a" providerId="ADAL" clId="{2DDC407A-718E-4EB5-A416-2924CC3BBE1F}" dt="2026-06-01T11:52:41.632" v="12" actId="478"/>
          <ac:cxnSpMkLst>
            <pc:docMk/>
            <pc:sldMk cId="3398903208" sldId="273"/>
            <ac:cxnSpMk id="12" creationId="{5417D606-1453-FA97-89F0-3E7CADA37746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15" creationId="{844AC00A-A588-0CE0-8D71-3380EC2329F6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17" creationId="{6C5F5938-4B6A-BEA3-94D9-AD3F2EEC599D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20" creationId="{75A840C3-AAE3-7E94-9F77-02DAC05A10AB}"/>
          </ac:cxnSpMkLst>
        </pc:cxnChg>
        <pc:cxnChg chg="add mod">
          <ac:chgData name="James Edwicker" userId="f92c5dd9-7436-4bfa-baff-181e7ead024a" providerId="ADAL" clId="{2DDC407A-718E-4EB5-A416-2924CC3BBE1F}" dt="2026-06-01T12:03:48.692" v="109" actId="14100"/>
          <ac:cxnSpMkLst>
            <pc:docMk/>
            <pc:sldMk cId="3398903208" sldId="273"/>
            <ac:cxnSpMk id="22" creationId="{1F921475-F4D9-E45F-AF46-F628F3227ABE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24" creationId="{A9CBD3A8-16B1-421C-EE21-A2C48BCBED52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26" creationId="{002E2075-868B-AF3C-FF24-C2769A7992C1}"/>
          </ac:cxnSpMkLst>
        </pc:cxnChg>
        <pc:cxnChg chg="add mod">
          <ac:chgData name="James Edwicker" userId="f92c5dd9-7436-4bfa-baff-181e7ead024a" providerId="ADAL" clId="{2DDC407A-718E-4EB5-A416-2924CC3BBE1F}" dt="2026-06-01T11:56:36.812" v="24" actId="208"/>
          <ac:cxnSpMkLst>
            <pc:docMk/>
            <pc:sldMk cId="3398903208" sldId="273"/>
            <ac:cxnSpMk id="28" creationId="{16240A02-89BD-1922-FCC2-1B05C99A3EF1}"/>
          </ac:cxnSpMkLst>
        </pc:cxnChg>
        <pc:cxnChg chg="add mod">
          <ac:chgData name="James Edwicker" userId="f92c5dd9-7436-4bfa-baff-181e7ead024a" providerId="ADAL" clId="{2DDC407A-718E-4EB5-A416-2924CC3BBE1F}" dt="2026-06-01T12:03:53.025" v="110" actId="14100"/>
          <ac:cxnSpMkLst>
            <pc:docMk/>
            <pc:sldMk cId="3398903208" sldId="273"/>
            <ac:cxnSpMk id="30" creationId="{42BEB1DF-99F8-1D8A-82D3-63CFD219AA5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57FE-8394-94D1-D326-791DA770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20586-1711-6FF5-7C15-F83E35CF2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E6424-465D-B8C5-C5E0-53002431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C4A79-5E1D-437B-E858-8E23B865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8AEF6-3C0C-858D-AD91-DA90B385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31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5F97-2255-BC04-5253-C3475FD4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7A8A-99D1-DCFA-8285-232D8E69A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4D7F3-FE65-D680-C523-9B176B84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81D5-BE93-B72F-7D00-A3DA25C5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90F1-0D36-0970-FD4D-FF4F26FB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18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A9E5-CE87-5632-B144-6153A8A5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ED483-5202-735A-AC5A-5CC0C41E0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99E3-3997-A835-D213-8DDC116A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632F-E5F2-7582-4D4C-6D9701A0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ECEA-F9E6-86E2-91ED-2FBB6C62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CEE9-81F7-DBB4-CE74-881F304C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F885E-12E6-CE0D-BCBC-7E286E7D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DF2B6-1118-D139-36FC-E4C462611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9481D-DC7C-4B78-4EEF-3A1D9CBC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C0F8D-B47D-1D1C-259B-E5D4E967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52765-91EC-1A68-138F-B98AAE2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23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CEF1-BE7D-4E91-D72B-CB715A71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2CEEB-E97D-4056-9D26-6AD719C51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77AF8-87C2-832A-A55C-246DF8763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B806A-DA83-E4E6-6410-481A1F822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098F9-8207-90C4-F0D1-746152EC8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D9626-E54F-CD06-D03E-ED99EEB8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C87E2-DCC0-4A51-FB59-BE7C8656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6814D-979A-AA3C-9C98-FC328FFE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91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3ADC-62BF-3ADA-39F1-0F2049FC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2AF90-C3C8-FBA7-8B22-56CE4B7B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48AE5-AD96-F851-D391-EBDDAADC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F7F70-6404-F9D0-440C-7C18A0C4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74816-162F-205A-9C01-AB1AA9E9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02DAE-88DF-2202-E164-6B4CB3F0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B773-5375-54A1-C067-F53FDE33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646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E532-966C-972C-D69B-3A6B5D61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4C8C-FD5D-BAF4-F30E-4DAE8B85E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D71D-DB6F-F061-DC4A-E9946BBE6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15CF7-AF83-C5E8-D628-94B1C5F2B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F450C-210A-B967-30D7-B7E19D86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0DA26-61EF-B0A1-042B-B27FD1F4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1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2F36-C16E-AEB1-4CE2-837C9D91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C713B-EC5E-E111-8603-64965B5B6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098B-6E4B-DEF4-F37E-7FD1D2FF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BABDC-A09E-172F-F160-ED384F98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20C22-3C8A-F7F5-E331-281C4B82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B4D-5487-F232-216E-A56C9583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2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350A-7864-18AE-94C9-DE47DA68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676BF-73AA-ECE3-2518-4D98BDBC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ED44-1345-6783-0764-77662395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EB59D-3BFC-87BA-1739-31EA8DF3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90752-D4B9-461B-E6E0-90318E3F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0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3E8E4-E050-5EF7-B376-95AA486D8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0CD68-314C-F118-D001-5DD5CB373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2C9AA-A140-D1EA-E57C-792D09D3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C9C98-CA91-6948-7545-B63EE7AC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92F05-2E93-9AD2-A8F3-9254D233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2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403D0-F860-32DC-0EA5-08309A3DA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91247-9FDC-8424-967E-4EAC238D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1F2D-4F5D-7F39-1507-7A794EFC2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1FA87-080A-49EF-B61F-319DE58C6EF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0F58-F090-02A4-C073-97E8C448D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C2E4-5500-5AF2-44DB-EE9114FE4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453D5-3505-4FC3-BA7B-8B0A7948DC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0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18E8E-33A3-5CEE-302E-1EB50302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SOLARSAFE – Dehumidification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1E791-96F2-EFEA-D5E9-7C4F0C481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James Edwicker, Zac Heggie, Josh Tuckwell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4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51C1B-BF83-A0C4-BDEE-FE961019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Josh – Concept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3395-B098-7581-C6F0-965DB630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The design goal is to increase the drying performance of the fan system.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Restrictions on: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>
                <a:ea typeface="+mn-lt"/>
                <a:cs typeface="+mn-lt"/>
              </a:rPr>
              <a:t>Power – Target of ~100W, with a strict maximum of 150W.</a:t>
            </a:r>
            <a:endParaRPr lang="en-GB">
              <a:ea typeface="+mn-lt"/>
              <a:cs typeface="+mn-lt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/>
              <a:t>Cost – </a:t>
            </a:r>
            <a:r>
              <a:rPr lang="en-GB" sz="2000">
                <a:ea typeface="+mn-lt"/>
                <a:cs typeface="+mn-lt"/>
              </a:rPr>
              <a:t>Any increase must be proportional to performance gains and remain affordable for sub-Saharan Africa.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/>
              <a:t>Space and Mobility – </a:t>
            </a:r>
            <a:r>
              <a:rPr lang="en-GB" sz="2000">
                <a:ea typeface="+mn-lt"/>
                <a:cs typeface="+mn-lt"/>
              </a:rPr>
              <a:t>The device must be portable to enable sharing between multiple farmers.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72367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9FE3-E23D-5CC8-3AF6-A3B5E611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729D71-FE7B-5044-57B1-D8EB7D825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121B1-DEC4-7B7B-C607-8176CBF3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Josh – Concept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9650A1-A6F1-A94A-461C-4F54421F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24B6EB-4735-486B-2AF0-0F1725C1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A88F8-B41E-25D1-48B6-7D315DA27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625" y="2217343"/>
            <a:ext cx="9841817" cy="24649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Brainstormed methods to increase drying performance: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/>
              <a:t>Increase volumetric flow of air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/>
              <a:t>Increase air temperature passing over the maize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GB" sz="2000"/>
              <a:t>Decrease inlet air humidity.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GB" sz="2400"/>
          </a:p>
          <a:p>
            <a:pPr lvl="1">
              <a:spcBef>
                <a:spcPts val="1200"/>
              </a:spcBef>
              <a:spcAft>
                <a:spcPts val="1200"/>
              </a:spcAft>
              <a:buFont typeface="Courier New" panose="020B0604020202020204" pitchFamily="34" charset="0"/>
              <a:buChar char="o"/>
            </a:pPr>
            <a:endParaRPr lang="en-GB" sz="2000"/>
          </a:p>
        </p:txBody>
      </p:sp>
      <p:pic>
        <p:nvPicPr>
          <p:cNvPr id="4" name="Picture 3" descr="Diagram of a diagram showing different temperature and heat&#10;&#10;AI-generated content may be incorrect.">
            <a:extLst>
              <a:ext uri="{FF2B5EF4-FFF2-40B4-BE49-F238E27FC236}">
                <a16:creationId xmlns:a16="http://schemas.microsoft.com/office/drawing/2014/main" id="{CD9D4626-5D7A-81C2-FC04-20A95AFB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23" y="3377179"/>
            <a:ext cx="4882660" cy="2926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D2068-323D-4B7C-D93A-1F32CC917B47}"/>
              </a:ext>
            </a:extLst>
          </p:cNvPr>
          <p:cNvSpPr txBox="1"/>
          <p:nvPr/>
        </p:nvSpPr>
        <p:spPr>
          <a:xfrm>
            <a:off x="683846" y="4675389"/>
            <a:ext cx="59958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/>
              <a:t>Found that increasing temperature by 1°C is equivalent to reducing humidity by 4%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D1332-2C18-B1E7-4E63-1A475CF94D38}"/>
              </a:ext>
            </a:extLst>
          </p:cNvPr>
          <p:cNvSpPr txBox="1"/>
          <p:nvPr/>
        </p:nvSpPr>
        <p:spPr>
          <a:xfrm>
            <a:off x="9222154" y="6301154"/>
            <a:ext cx="262596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Source: Penn State Extension, 2023.</a:t>
            </a:r>
            <a:endParaRPr lang="en-US" sz="1600"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0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B62D-3095-39BF-1003-554C790D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1967528-E914-0041-8A9D-BB4B9DF32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D289E-752C-81CA-99C0-31C95398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Josh – Dehumidification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9A0820-BBBD-6322-1257-F452689BD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36679A-C724-BE06-9DB8-7EC4823F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98BED-19A0-5E46-12EC-0A6EAFDA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87" y="2188036"/>
            <a:ext cx="11170430" cy="42429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b="1">
                <a:ea typeface="+mn-lt"/>
                <a:cs typeface="+mn-lt"/>
              </a:rPr>
              <a:t>Desiccant Dehumidification:</a:t>
            </a:r>
            <a:r>
              <a:rPr lang="en-GB" sz="2400">
                <a:ea typeface="+mn-lt"/>
                <a:cs typeface="+mn-lt"/>
              </a:rPr>
              <a:t> Uses moisture-absorbing materials (like silica gel). Requires regular physical replacement or a high-temperature cycle to regenerate the material.</a:t>
            </a:r>
            <a:endParaRPr lang="en-GB" sz="2400"/>
          </a:p>
          <a:p>
            <a:r>
              <a:rPr lang="en-GB" sz="2400" b="1">
                <a:ea typeface="+mn-lt"/>
                <a:cs typeface="+mn-lt"/>
              </a:rPr>
              <a:t>Vapour-Compression Refrigeration:</a:t>
            </a:r>
            <a:r>
              <a:rPr lang="en-GB" sz="2400">
                <a:ea typeface="+mn-lt"/>
                <a:cs typeface="+mn-lt"/>
              </a:rPr>
              <a:t> Drops air temperature below its dew point to condense out water. Highly effective but bulky, power intensive, and structurally complex.</a:t>
            </a:r>
            <a:endParaRPr lang="en-GB"/>
          </a:p>
          <a:p>
            <a:pPr marL="0" indent="0">
              <a:buNone/>
            </a:pPr>
            <a:r>
              <a:rPr lang="en-GB" sz="2400" b="1">
                <a:ea typeface="+mn-lt"/>
                <a:cs typeface="+mn-lt"/>
              </a:rPr>
              <a:t>    </a:t>
            </a:r>
            <a:endParaRPr lang="en-GB" sz="240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BCC5815C-AAD1-F5E3-318B-1B6D3E5B29A8}"/>
              </a:ext>
            </a:extLst>
          </p:cNvPr>
          <p:cNvSpPr/>
          <p:nvPr/>
        </p:nvSpPr>
        <p:spPr>
          <a:xfrm>
            <a:off x="542192" y="2192573"/>
            <a:ext cx="317500" cy="32808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F44F9BB5-60AD-5EB3-7962-2D825904583B}"/>
              </a:ext>
            </a:extLst>
          </p:cNvPr>
          <p:cNvSpPr/>
          <p:nvPr/>
        </p:nvSpPr>
        <p:spPr>
          <a:xfrm>
            <a:off x="521872" y="3349640"/>
            <a:ext cx="317500" cy="32808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 descr="Tick with solid fill">
            <a:extLst>
              <a:ext uri="{FF2B5EF4-FFF2-40B4-BE49-F238E27FC236}">
                <a16:creationId xmlns:a16="http://schemas.microsoft.com/office/drawing/2014/main" id="{10E346FF-8296-D135-9E9B-D4477C5F3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383" y="4471246"/>
            <a:ext cx="270088" cy="3005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A9D957-0435-FDDF-9404-757A8B6F55DF}"/>
              </a:ext>
            </a:extLst>
          </p:cNvPr>
          <p:cNvSpPr txBox="1"/>
          <p:nvPr/>
        </p:nvSpPr>
        <p:spPr>
          <a:xfrm>
            <a:off x="822960" y="4437380"/>
            <a:ext cx="11003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Thermoelectric / Peltier Cooling: </a:t>
            </a:r>
            <a:r>
              <a:rPr lang="en-GB" sz="2400"/>
              <a:t>Solid-state condensation that strips moisture from the inlet air. No moving parts or toxic refrigerants.</a:t>
            </a:r>
          </a:p>
        </p:txBody>
      </p:sp>
    </p:spTree>
    <p:extLst>
      <p:ext uri="{BB962C8B-B14F-4D97-AF65-F5344CB8AC3E}">
        <p14:creationId xmlns:p14="http://schemas.microsoft.com/office/powerpoint/2010/main" val="61342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135A-BB67-72B1-CDA8-0141556B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C7C0752-4BB3-AE12-3C68-678D7807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63664-5C52-207D-7112-423740ED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Josh – Peltier Devices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7E152CA-327B-E1C0-AF18-A2257D28D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(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691FCA-5C7E-3762-79D9-05793DC9C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396E271-EB46-1824-7AC9-BEEE87DD33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360683"/>
              </p:ext>
            </p:extLst>
          </p:nvPr>
        </p:nvGraphicFramePr>
        <p:xfrm>
          <a:off x="677333" y="4571999"/>
          <a:ext cx="10833100" cy="2255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16550">
                  <a:extLst>
                    <a:ext uri="{9D8B030D-6E8A-4147-A177-3AD203B41FA5}">
                      <a16:colId xmlns:a16="http://schemas.microsoft.com/office/drawing/2014/main" val="1446400059"/>
                    </a:ext>
                  </a:extLst>
                </a:gridCol>
                <a:gridCol w="5416550">
                  <a:extLst>
                    <a:ext uri="{9D8B030D-6E8A-4147-A177-3AD203B41FA5}">
                      <a16:colId xmlns:a16="http://schemas.microsoft.com/office/drawing/2014/main" val="2272395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Key Advantages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System Limitations (Design Constraints)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214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Ultra-Compact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Low Thermodynamic Efficiency (COP) compared to mechanical cycles.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39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High Reliability: No compressors, valves, or fluid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Extraction rates are typically  &lt;1 litre of water per day.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207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Low Cost &amp; Quiet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</a:rPr>
                        <a:t>Optimised for small spaces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192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75DE5B-E039-1421-7726-A23127A9E6DD}"/>
              </a:ext>
            </a:extLst>
          </p:cNvPr>
          <p:cNvSpPr txBox="1"/>
          <p:nvPr/>
        </p:nvSpPr>
        <p:spPr>
          <a:xfrm>
            <a:off x="508000" y="2158999"/>
            <a:ext cx="7352876" cy="1856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Thermoelectric modules which  actively transfer heat from one side of the ceramic substrate to the other using a DC current.</a:t>
            </a:r>
            <a:endParaRPr lang="en-US" sz="2000"/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Creates a local cold sink to drop inlet air below its dew point, forcing moisture to condense.</a:t>
            </a:r>
            <a:endParaRPr lang="en-GB" sz="2000"/>
          </a:p>
          <a:p>
            <a:endParaRPr lang="en-GB"/>
          </a:p>
        </p:txBody>
      </p:sp>
      <p:pic>
        <p:nvPicPr>
          <p:cNvPr id="9" name="Picture 8" descr="Adaptive Peltier Module, 11.7 W, 2.2 A, 8.8V, 10 mm x 18mm x 3.8 mm">
            <a:extLst>
              <a:ext uri="{FF2B5EF4-FFF2-40B4-BE49-F238E27FC236}">
                <a16:creationId xmlns:a16="http://schemas.microsoft.com/office/drawing/2014/main" id="{3F517472-6288-E24F-867C-DCE44981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1" t="434" r="9630" b="-1310"/>
          <a:stretch>
            <a:fillRect/>
          </a:stretch>
        </p:blipFill>
        <p:spPr>
          <a:xfrm>
            <a:off x="8169909" y="1859205"/>
            <a:ext cx="3634320" cy="261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8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ECBF-8B7B-789E-F689-C96BCC07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993F3AC-EC07-A355-B815-B21B7EA36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5CA3F-F99F-2D10-F9CC-1090FE3E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James – Rig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9AD479-A3B5-46EF-955C-3648F088A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70BB50-3A91-D2BF-519A-5DEFEF6E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6BCD-010E-BA74-5826-9EEBC186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Motor &amp; fan selection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Dehumidification parts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Ducting routing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Ducting cross-section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Water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Air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A22B7-B55D-2395-5939-86D02051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728" y="1703262"/>
            <a:ext cx="4784521" cy="225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AAEEF-0AB1-B3F7-8241-DD9897FEC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997" y="1698759"/>
            <a:ext cx="2071393" cy="2268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5ECD93-DAF9-5885-993E-37EAD45A7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728" y="4392455"/>
            <a:ext cx="5374713" cy="17508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C5F73D-8E15-A1CC-BBDF-42E6FA17F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118" y="4728042"/>
            <a:ext cx="1864272" cy="107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54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8C52-6132-A7F2-A6AC-B1C90832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9D639AF-E5DF-BBD3-F639-5F40F5076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24987-1F4B-169A-F50A-9BFF3464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James – Rig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77AF1-58BE-421C-BF04-C5FE7ED5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736416-9AF1-B601-5B65-7338F272C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895D67-6F07-9F01-1A42-6D635F061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13" y="2279155"/>
            <a:ext cx="9268763" cy="428216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4AC00A-A588-0CE0-8D71-3380EC2329F6}"/>
              </a:ext>
            </a:extLst>
          </p:cNvPr>
          <p:cNvCxnSpPr>
            <a:cxnSpLocks/>
          </p:cNvCxnSpPr>
          <p:nvPr/>
        </p:nvCxnSpPr>
        <p:spPr>
          <a:xfrm>
            <a:off x="1055757" y="3343965"/>
            <a:ext cx="962991" cy="808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5F5938-4B6A-BEA3-94D9-AD3F2EEC599D}"/>
              </a:ext>
            </a:extLst>
          </p:cNvPr>
          <p:cNvCxnSpPr>
            <a:cxnSpLocks/>
          </p:cNvCxnSpPr>
          <p:nvPr/>
        </p:nvCxnSpPr>
        <p:spPr>
          <a:xfrm flipH="1">
            <a:off x="4119218" y="2128407"/>
            <a:ext cx="536712" cy="26960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A840C3-AAE3-7E94-9F77-02DAC05A10AB}"/>
              </a:ext>
            </a:extLst>
          </p:cNvPr>
          <p:cNvCxnSpPr/>
          <p:nvPr/>
        </p:nvCxnSpPr>
        <p:spPr>
          <a:xfrm flipH="1">
            <a:off x="7761357" y="2128407"/>
            <a:ext cx="154608" cy="13005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921475-F4D9-E45F-AF46-F628F3227ABE}"/>
              </a:ext>
            </a:extLst>
          </p:cNvPr>
          <p:cNvCxnSpPr>
            <a:cxnSpLocks/>
          </p:cNvCxnSpPr>
          <p:nvPr/>
        </p:nvCxnSpPr>
        <p:spPr>
          <a:xfrm flipH="1" flipV="1">
            <a:off x="9214678" y="5169359"/>
            <a:ext cx="1696266" cy="808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CBD3A8-16B1-421C-EE21-A2C48BCBED52}"/>
              </a:ext>
            </a:extLst>
          </p:cNvPr>
          <p:cNvCxnSpPr/>
          <p:nvPr/>
        </p:nvCxnSpPr>
        <p:spPr>
          <a:xfrm flipH="1">
            <a:off x="6095994" y="3525078"/>
            <a:ext cx="5022580" cy="1607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2E2075-868B-AF3C-FF24-C2769A7992C1}"/>
              </a:ext>
            </a:extLst>
          </p:cNvPr>
          <p:cNvCxnSpPr/>
          <p:nvPr/>
        </p:nvCxnSpPr>
        <p:spPr>
          <a:xfrm flipH="1">
            <a:off x="10270435" y="3529496"/>
            <a:ext cx="852556" cy="12949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6240A02-89BD-1922-FCC2-1B05C99A3EF1}"/>
              </a:ext>
            </a:extLst>
          </p:cNvPr>
          <p:cNvCxnSpPr/>
          <p:nvPr/>
        </p:nvCxnSpPr>
        <p:spPr>
          <a:xfrm flipH="1">
            <a:off x="9674087" y="5169359"/>
            <a:ext cx="14444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BEB1DF-99F8-1D8A-82D3-63CFD219AA52}"/>
              </a:ext>
            </a:extLst>
          </p:cNvPr>
          <p:cNvCxnSpPr>
            <a:cxnSpLocks/>
          </p:cNvCxnSpPr>
          <p:nvPr/>
        </p:nvCxnSpPr>
        <p:spPr>
          <a:xfrm flipH="1" flipV="1">
            <a:off x="7187096" y="5592923"/>
            <a:ext cx="3723848" cy="3845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97487A-1F63-884F-ED7B-192614DD4117}"/>
              </a:ext>
            </a:extLst>
          </p:cNvPr>
          <p:cNvSpPr txBox="1"/>
          <p:nvPr/>
        </p:nvSpPr>
        <p:spPr>
          <a:xfrm>
            <a:off x="4027557" y="1812028"/>
            <a:ext cx="133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Peltier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C86339-8346-97A3-CF33-43B0917CA373}"/>
              </a:ext>
            </a:extLst>
          </p:cNvPr>
          <p:cNvSpPr txBox="1"/>
          <p:nvPr/>
        </p:nvSpPr>
        <p:spPr>
          <a:xfrm>
            <a:off x="10836388" y="3065164"/>
            <a:ext cx="1334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Humidity &amp; Temp Sensors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54803D-D8C4-1466-8B48-05FF859C9681}"/>
              </a:ext>
            </a:extLst>
          </p:cNvPr>
          <p:cNvSpPr txBox="1"/>
          <p:nvPr/>
        </p:nvSpPr>
        <p:spPr>
          <a:xfrm>
            <a:off x="10910944" y="4871218"/>
            <a:ext cx="1334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Temp Element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C0830C-3539-92A7-7CE6-26F15FBE1457}"/>
              </a:ext>
            </a:extLst>
          </p:cNvPr>
          <p:cNvSpPr txBox="1"/>
          <p:nvPr/>
        </p:nvSpPr>
        <p:spPr>
          <a:xfrm>
            <a:off x="10857948" y="5773151"/>
            <a:ext cx="133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Controller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D7E959-2F8D-963E-6470-8165B958C681}"/>
              </a:ext>
            </a:extLst>
          </p:cNvPr>
          <p:cNvSpPr txBox="1"/>
          <p:nvPr/>
        </p:nvSpPr>
        <p:spPr>
          <a:xfrm>
            <a:off x="7273232" y="1819241"/>
            <a:ext cx="133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Blower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C8F088-9D7F-AC62-4332-8A8ADE256573}"/>
              </a:ext>
            </a:extLst>
          </p:cNvPr>
          <p:cNvSpPr txBox="1"/>
          <p:nvPr/>
        </p:nvSpPr>
        <p:spPr>
          <a:xfrm>
            <a:off x="-139147" y="3155746"/>
            <a:ext cx="133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180° Turn</a:t>
            </a:r>
          </a:p>
        </p:txBody>
      </p:sp>
    </p:spTree>
    <p:extLst>
      <p:ext uri="{BB962C8B-B14F-4D97-AF65-F5344CB8AC3E}">
        <p14:creationId xmlns:p14="http://schemas.microsoft.com/office/powerpoint/2010/main" val="339890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1DDC-40FC-87AE-43A0-2BBCDD24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D35DDEC-04EA-D324-D591-40DF4DC0C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5E122-2743-2744-C6FA-3F1D32C2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James – Risk Assessment and Parts Sourcing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4D1588-1A41-9ADB-B3EF-42E5B6C2D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85862C-36B3-117E-CA20-05A9E3E12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B3345-FFE2-066B-799F-6785E41B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Updating the risk assessment to meet departmental demands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Filtering material and parts options to find suitable purchases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Key issues: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sz="2000"/>
              <a:t>Motor &amp; fan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sz="2000"/>
              <a:t>Ducts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sz="2000"/>
              <a:t>Peltier heat sinks</a:t>
            </a:r>
          </a:p>
        </p:txBody>
      </p:sp>
    </p:spTree>
    <p:extLst>
      <p:ext uri="{BB962C8B-B14F-4D97-AF65-F5344CB8AC3E}">
        <p14:creationId xmlns:p14="http://schemas.microsoft.com/office/powerpoint/2010/main" val="107994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802D-4D6E-F364-C322-DA163F38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BBCB4EA-3002-0C65-9A7A-44F2F93D9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10803-013D-23D4-B2D7-FB0D2A43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Zac – Electronics Architecture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D10833-6B82-E4F5-6099-0F731E6C9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1E1EFA-6FCA-5627-97C4-974BCA22F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0A0BA2F-E4C5-7464-931F-DF07BE4B1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202" y="1839389"/>
            <a:ext cx="5115595" cy="473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8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999A-914B-683F-F881-20307BB3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E0B99AB-753D-4A28-3E69-A885082A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D01DD-3A7E-EFB2-BB13-950FE7DEB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Zac – Devices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41429E-45C0-FE59-47C6-DD87D5B2B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96467B-AE75-0B61-E8B0-97C8D4758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3EE09-BE9D-BB7D-DE79-39A9C9A1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10625516" cy="431185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Gravity: DHT11 Temperature &amp; Humidity Sensor For Arduino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High Power Double DC Stepper Motor Driver Module Board H-Bridge PWM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sz="2400"/>
              <a:t>SEAFLO IN LINE BLOWER 12V 4" MARINE BOAT VENTILATION in-line air vent inline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93BB2-2565-71BB-1CEC-50D712AF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0" t="7592" r="8659" b="2678"/>
          <a:stretch>
            <a:fillRect/>
          </a:stretch>
        </p:blipFill>
        <p:spPr>
          <a:xfrm>
            <a:off x="612527" y="4716572"/>
            <a:ext cx="2137620" cy="1654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C353A2-9EFC-C47B-2B78-C73A58D6B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83" t="1535" r="1634" b="1381"/>
          <a:stretch>
            <a:fillRect/>
          </a:stretch>
        </p:blipFill>
        <p:spPr>
          <a:xfrm>
            <a:off x="4713657" y="4612640"/>
            <a:ext cx="1870140" cy="1835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C50DB9-0F9A-9F41-E495-8EA0103230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80" t="3323" r="3026" b="4092"/>
          <a:stretch>
            <a:fillRect/>
          </a:stretch>
        </p:blipFill>
        <p:spPr>
          <a:xfrm>
            <a:off x="8343999" y="4556733"/>
            <a:ext cx="2844854" cy="197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5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8AB1-9D6C-CDB5-C880-9A5DD631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421F40C-9D40-1491-84B8-160D75C74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6F534-5871-242F-F9A1-7D79AEF3D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Zac – Devices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C08433-C520-3046-B888-AA2507AD5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CF2647-717B-9685-F3F1-CC2E984C8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C9C4-FAF2-A04E-C945-4EB1E63C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10625516" cy="4311857"/>
          </a:xfrm>
        </p:spPr>
        <p:txBody>
          <a:bodyPr>
            <a:normAutofit/>
          </a:bodyPr>
          <a:lstStyle/>
          <a:p>
            <a:r>
              <a:rPr lang="en-GB" sz="2400"/>
              <a:t>Thermoelectric Cooler Cooling Peltier Plate Module 12V 6A</a:t>
            </a:r>
          </a:p>
          <a:p>
            <a:r>
              <a:rPr lang="en-GB" sz="2400"/>
              <a:t>12V AC DC Universal Constant Temperature Air Heater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B7AB48-0F34-C0C0-AD88-6B2248FE9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39" y="3750806"/>
            <a:ext cx="2879969" cy="2123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30941E-DE71-3E8E-D9DC-080DD8B62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553" y="3750806"/>
            <a:ext cx="2302830" cy="235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392F7-BA02-76C2-547C-33C7505F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580B79B-B9CE-ADB9-1601-61419749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08462-509B-98C6-C85A-21483405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Project Timeline Update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F67776-73AE-9111-0FF8-ACE9BECD4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D583A-9D90-969B-A025-14FB5528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CD9CBE91-858B-489A-F786-DE076F046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280" y="1749425"/>
            <a:ext cx="11386097" cy="505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81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434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SOLARSAFE – Dehumidification</vt:lpstr>
      <vt:lpstr>Josh – Concept Design</vt:lpstr>
      <vt:lpstr>Josh – Concept Design</vt:lpstr>
      <vt:lpstr>Josh – Dehumidification</vt:lpstr>
      <vt:lpstr>Josh – Peltier Devices</vt:lpstr>
      <vt:lpstr>James – Rig Design</vt:lpstr>
      <vt:lpstr>James – Rig Design</vt:lpstr>
      <vt:lpstr>James – Risk Assessment and Parts Sourcing</vt:lpstr>
      <vt:lpstr>Zac – Electronics Architecture</vt:lpstr>
      <vt:lpstr>Zac – Devices</vt:lpstr>
      <vt:lpstr>Zac – Devices</vt:lpstr>
      <vt:lpstr>Project Timeline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Tuckwell</dc:creator>
  <cp:lastModifiedBy>James Edwicker</cp:lastModifiedBy>
  <cp:revision>1</cp:revision>
  <dcterms:created xsi:type="dcterms:W3CDTF">2026-05-20T11:01:55Z</dcterms:created>
  <dcterms:modified xsi:type="dcterms:W3CDTF">2026-06-01T12:55:43Z</dcterms:modified>
</cp:coreProperties>
</file>