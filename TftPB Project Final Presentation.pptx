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58" r:id="rId4"/>
    <p:sldId id="274" r:id="rId5"/>
    <p:sldId id="281" r:id="rId6"/>
    <p:sldId id="272" r:id="rId7"/>
    <p:sldId id="280" r:id="rId8"/>
    <p:sldId id="273" r:id="rId9"/>
    <p:sldId id="275" r:id="rId10"/>
    <p:sldId id="276" r:id="rId11"/>
    <p:sldId id="277" r:id="rId12"/>
    <p:sldId id="278" r:id="rId13"/>
    <p:sldId id="279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81536D-3C48-4AB0-BFC2-F71C2CBD1337}" v="2" dt="2026-06-09T19:16:22.550"/>
    <p1510:client id="{987CCF4A-E246-49E8-BC66-F49A5078D7C4}" v="586" dt="2026-06-10T11:26:54.676"/>
    <p1510:client id="{CFF83A8A-E93A-2C47-B2B2-E12BA2D30DA8}" v="909" dt="2026-06-10T11:31:44.541"/>
    <p1510:client id="{DCC116AD-A423-8FD6-D974-251AC420E9B8}" v="1368" dt="2026-06-10T11:09:51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 Heggie" userId="e108ed31-089a-4b2e-be2f-3398cfb941d5" providerId="ADAL" clId="{3A0CFED2-7E0E-510F-BD3C-92FC78B86FA3}"/>
    <pc:docChg chg="undo custSel addSld delSld modSld">
      <pc:chgData name="Zac Heggie" userId="e108ed31-089a-4b2e-be2f-3398cfb941d5" providerId="ADAL" clId="{3A0CFED2-7E0E-510F-BD3C-92FC78B86FA3}" dt="2026-06-10T11:31:44.541" v="910" actId="2696"/>
      <pc:docMkLst>
        <pc:docMk/>
      </pc:docMkLst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448040804" sldId="256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8" creationId="{489B7BFD-8F45-4093-AD9C-91B15B0503D9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14" creationId="{498F8FF6-43B4-494A-AF8F-123A4983EDF7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16" creationId="{2B06059C-C357-4011-82B9-9C0106301384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18" creationId="{5AFEC601-A132-47EE-B0C2-B38ACD9FCE6F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20" creationId="{279CAF82-0ECF-42BE-8F37-F71941E5D410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22" creationId="{218E095B-4870-4AD5-9C41-C16D59523501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31" creationId="{033BC44A-0661-43B4-9C14-FD5963C226AE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33" creationId="{BE8CB2F0-2F5A-4EBD-B214-E0309C31F578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35" creationId="{FFD3887D-244B-4EC4-9208-E304984C5D0F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48040804" sldId="256"/>
            <ac:spMk id="37" creationId="{97224C31-855E-4593-8A58-5B2B0CC4F537}"/>
          </ac:spMkLst>
        </pc:sp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391767328" sldId="258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391767328" sldId="258"/>
            <ac:spMk id="8" creationId="{70DFC902-7D23-471A-B557-B6B6917D7A0D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391767328" sldId="258"/>
            <ac:spMk id="10" creationId="{A55D5633-D557-4DCA-982C-FF36EB7A1C00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391767328" sldId="258"/>
            <ac:spMk id="12" creationId="{450D3AD2-FA80-415F-A9CE-54D884561CD7}"/>
          </ac:spMkLst>
        </pc:sp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1026320275" sldId="265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026320275" sldId="265"/>
            <ac:spMk id="34" creationId="{70DFC902-7D23-471A-B557-B6B6917D7A0D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026320275" sldId="265"/>
            <ac:spMk id="36" creationId="{A55D5633-D557-4DCA-982C-FF36EB7A1C00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026320275" sldId="265"/>
            <ac:spMk id="38" creationId="{450D3AD2-FA80-415F-A9CE-54D884561CD7}"/>
          </ac:spMkLst>
        </pc:spChg>
      </pc:sldChg>
      <pc:sldChg chg="addSp delSp modSp mod delDesignElem modNotesTx">
        <pc:chgData name="Zac Heggie" userId="e108ed31-089a-4b2e-be2f-3398cfb941d5" providerId="ADAL" clId="{3A0CFED2-7E0E-510F-BD3C-92FC78B86FA3}" dt="2026-06-10T11:31:00.159" v="877"/>
        <pc:sldMkLst>
          <pc:docMk/>
          <pc:sldMk cId="2566661561" sldId="272"/>
        </pc:sldMkLst>
        <pc:spChg chg="mod">
          <ac:chgData name="Zac Heggie" userId="e108ed31-089a-4b2e-be2f-3398cfb941d5" providerId="ADAL" clId="{3A0CFED2-7E0E-510F-BD3C-92FC78B86FA3}" dt="2026-06-10T08:56:54.787" v="16" actId="20577"/>
          <ac:spMkLst>
            <pc:docMk/>
            <pc:sldMk cId="2566661561" sldId="272"/>
            <ac:spMk id="2" creationId="{601E1811-DB9C-BB8D-100C-B0A987382130}"/>
          </ac:spMkLst>
        </pc:spChg>
        <pc:spChg chg="del">
          <ac:chgData name="Zac Heggie" userId="e108ed31-089a-4b2e-be2f-3398cfb941d5" providerId="ADAL" clId="{3A0CFED2-7E0E-510F-BD3C-92FC78B86FA3}" dt="2026-06-10T10:53:38.151" v="18"/>
          <ac:spMkLst>
            <pc:docMk/>
            <pc:sldMk cId="2566661561" sldId="272"/>
            <ac:spMk id="3" creationId="{A755C78A-D34C-FED9-37FF-F4009F28F1B0}"/>
          </ac:spMkLst>
        </pc:spChg>
        <pc:spChg chg="add mod">
          <ac:chgData name="Zac Heggie" userId="e108ed31-089a-4b2e-be2f-3398cfb941d5" providerId="ADAL" clId="{3A0CFED2-7E0E-510F-BD3C-92FC78B86FA3}" dt="2026-06-10T11:17:57.890" v="467" actId="404"/>
          <ac:spMkLst>
            <pc:docMk/>
            <pc:sldMk cId="2566661561" sldId="272"/>
            <ac:spMk id="6" creationId="{0FEF39AB-E144-BD65-AD98-1BC18346A4A0}"/>
          </ac:spMkLst>
        </pc:spChg>
        <pc:spChg chg="add del mod">
          <ac:chgData name="Zac Heggie" userId="e108ed31-089a-4b2e-be2f-3398cfb941d5" providerId="ADAL" clId="{3A0CFED2-7E0E-510F-BD3C-92FC78B86FA3}" dt="2026-06-10T11:16:26.294" v="293"/>
          <ac:spMkLst>
            <pc:docMk/>
            <pc:sldMk cId="2566661561" sldId="272"/>
            <ac:spMk id="7" creationId="{6B249661-E543-A2DB-8030-8BF8D750C85B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566661561" sldId="272"/>
            <ac:spMk id="34" creationId="{712C3CAB-7541-A584-725E-C647B34D5EC5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566661561" sldId="272"/>
            <ac:spMk id="36" creationId="{899C59E5-CC48-791C-3137-0E83E37A63FC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566661561" sldId="272"/>
            <ac:spMk id="38" creationId="{F096CCDF-7619-A851-AB44-C4BB88CDAE23}"/>
          </ac:spMkLst>
        </pc:spChg>
        <pc:picChg chg="add mod ord">
          <ac:chgData name="Zac Heggie" userId="e108ed31-089a-4b2e-be2f-3398cfb941d5" providerId="ADAL" clId="{3A0CFED2-7E0E-510F-BD3C-92FC78B86FA3}" dt="2026-06-10T11:31:00.159" v="877"/>
          <ac:picMkLst>
            <pc:docMk/>
            <pc:sldMk cId="2566661561" sldId="272"/>
            <ac:picMk id="5" creationId="{496B155B-BA82-4437-2F8B-745C948E058F}"/>
          </ac:picMkLst>
        </pc:picChg>
        <pc:picChg chg="add mod">
          <ac:chgData name="Zac Heggie" userId="e108ed31-089a-4b2e-be2f-3398cfb941d5" providerId="ADAL" clId="{3A0CFED2-7E0E-510F-BD3C-92FC78B86FA3}" dt="2026-06-10T11:18:45.474" v="481" actId="1076"/>
          <ac:picMkLst>
            <pc:docMk/>
            <pc:sldMk cId="2566661561" sldId="272"/>
            <ac:picMk id="8" creationId="{5F680E5E-BB2C-610F-F858-6C2E8E85035E}"/>
          </ac:picMkLst>
        </pc:picChg>
        <pc:picChg chg="add mod">
          <ac:chgData name="Zac Heggie" userId="e108ed31-089a-4b2e-be2f-3398cfb941d5" providerId="ADAL" clId="{3A0CFED2-7E0E-510F-BD3C-92FC78B86FA3}" dt="2026-06-10T11:18:40.039" v="477" actId="1076"/>
          <ac:picMkLst>
            <pc:docMk/>
            <pc:sldMk cId="2566661561" sldId="272"/>
            <ac:picMk id="9" creationId="{6F46A8AC-49E3-0FC4-0854-5E7AE91418F6}"/>
          </ac:picMkLst>
        </pc:picChg>
        <pc:picChg chg="add mod">
          <ac:chgData name="Zac Heggie" userId="e108ed31-089a-4b2e-be2f-3398cfb941d5" providerId="ADAL" clId="{3A0CFED2-7E0E-510F-BD3C-92FC78B86FA3}" dt="2026-06-10T11:18:44.175" v="480" actId="1076"/>
          <ac:picMkLst>
            <pc:docMk/>
            <pc:sldMk cId="2566661561" sldId="272"/>
            <ac:picMk id="10" creationId="{F0B101F9-6FFF-EB5B-0332-D2BCA2671CED}"/>
          </ac:picMkLst>
        </pc:pic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474596553" sldId="273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74596553" sldId="273"/>
            <ac:spMk id="8" creationId="{68AA00F6-9DDA-007A-F11D-B8FBC02EB09E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74596553" sldId="273"/>
            <ac:spMk id="10" creationId="{FD12A10D-D3F3-61E4-209E-A5D4D504A80A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74596553" sldId="273"/>
            <ac:spMk id="12" creationId="{D482819A-E0E8-92D7-44B1-E751AFA5EC38}"/>
          </ac:spMkLst>
        </pc:sp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43803317" sldId="274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3803317" sldId="274"/>
            <ac:spMk id="34" creationId="{CD934A75-162E-96EB-423B-688896F4FA3C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3803317" sldId="274"/>
            <ac:spMk id="36" creationId="{392D2338-E6BC-F469-1776-20F50CA025D6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3803317" sldId="274"/>
            <ac:spMk id="38" creationId="{008A8AC1-7058-D6E7-7171-75B0B8775FAD}"/>
          </ac:spMkLst>
        </pc:sp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1809086996" sldId="275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809086996" sldId="275"/>
            <ac:spMk id="8" creationId="{75D619E6-32DD-FB7E-5156-7C105984539A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809086996" sldId="275"/>
            <ac:spMk id="10" creationId="{32FF6F91-2BD9-7769-463B-29ED4920FA57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809086996" sldId="275"/>
            <ac:spMk id="12" creationId="{E73A4F0B-6E2B-49EC-064B-75B28D3A7408}"/>
          </ac:spMkLst>
        </pc:sp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192990220" sldId="276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92990220" sldId="276"/>
            <ac:spMk id="8" creationId="{7FB2BD47-72BE-4EEB-BD1C-8779FF4649DF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92990220" sldId="276"/>
            <ac:spMk id="10" creationId="{4E436466-CEC4-9012-48FC-4AF9D93049E3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92990220" sldId="276"/>
            <ac:spMk id="12" creationId="{FFDE6DB1-9B65-2487-2973-EC372D421B0C}"/>
          </ac:spMkLst>
        </pc:sp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1094162036" sldId="277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094162036" sldId="277"/>
            <ac:spMk id="8" creationId="{BEEC2F28-EC0D-A130-1E2F-D2A8E0AFC29C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094162036" sldId="277"/>
            <ac:spMk id="10" creationId="{69A9D58D-3D26-9971-D2C0-824ACBF90EE1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094162036" sldId="277"/>
            <ac:spMk id="12" creationId="{7FD7A06D-4310-C8C8-FC0D-C48C494BB47C}"/>
          </ac:spMkLst>
        </pc:sp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2749167685" sldId="278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749167685" sldId="278"/>
            <ac:spMk id="8" creationId="{DC2CFFAC-24A3-FA40-CD2D-8DB002B1C25A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749167685" sldId="278"/>
            <ac:spMk id="10" creationId="{014728CE-EC3A-00C2-9390-E4FFE8A73033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749167685" sldId="278"/>
            <ac:spMk id="12" creationId="{B9516ACD-AB68-28CE-CEBA-1F0C47507890}"/>
          </ac:spMkLst>
        </pc:spChg>
      </pc:sldChg>
      <pc:sldChg chg="addSp delSp delDesignElem modNotesTx">
        <pc:chgData name="Zac Heggie" userId="e108ed31-089a-4b2e-be2f-3398cfb941d5" providerId="ADAL" clId="{3A0CFED2-7E0E-510F-BD3C-92FC78B86FA3}" dt="2026-06-10T11:31:00.159" v="877"/>
        <pc:sldMkLst>
          <pc:docMk/>
          <pc:sldMk cId="2860932850" sldId="279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860932850" sldId="279"/>
            <ac:spMk id="8" creationId="{6BD27441-888E-526C-794F-BC810D80EFF7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860932850" sldId="279"/>
            <ac:spMk id="10" creationId="{1998B65F-9E5C-CBCF-4A45-E96A864B4B42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860932850" sldId="279"/>
            <ac:spMk id="12" creationId="{2C30B304-380A-6F8D-FBAD-9EAD90C5BB99}"/>
          </ac:spMkLst>
        </pc:spChg>
      </pc:sldChg>
      <pc:sldChg chg="addSp delSp modSp add mod delDesignElem">
        <pc:chgData name="Zac Heggie" userId="e108ed31-089a-4b2e-be2f-3398cfb941d5" providerId="ADAL" clId="{3A0CFED2-7E0E-510F-BD3C-92FC78B86FA3}" dt="2026-06-10T11:31:00.159" v="877"/>
        <pc:sldMkLst>
          <pc:docMk/>
          <pc:sldMk cId="4148676087" sldId="280"/>
        </pc:sldMkLst>
        <pc:spChg chg="mod">
          <ac:chgData name="Zac Heggie" userId="e108ed31-089a-4b2e-be2f-3398cfb941d5" providerId="ADAL" clId="{3A0CFED2-7E0E-510F-BD3C-92FC78B86FA3}" dt="2026-06-10T10:54:14.062" v="45" actId="20577"/>
          <ac:spMkLst>
            <pc:docMk/>
            <pc:sldMk cId="4148676087" sldId="280"/>
            <ac:spMk id="2" creationId="{A788ECD1-C6E4-CA26-C475-4F4916298D4A}"/>
          </ac:spMkLst>
        </pc:spChg>
        <pc:spChg chg="add mod">
          <ac:chgData name="Zac Heggie" userId="e108ed31-089a-4b2e-be2f-3398cfb941d5" providerId="ADAL" clId="{3A0CFED2-7E0E-510F-BD3C-92FC78B86FA3}" dt="2026-06-10T10:57:47.030" v="273" actId="14100"/>
          <ac:spMkLst>
            <pc:docMk/>
            <pc:sldMk cId="4148676087" sldId="280"/>
            <ac:spMk id="4" creationId="{966BBEA6-685F-6B3B-635E-D1DD5BFE561A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148676087" sldId="280"/>
            <ac:spMk id="34" creationId="{5FCFE1D7-BD04-5648-B539-3DD89392275A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148676087" sldId="280"/>
            <ac:spMk id="36" creationId="{26276A06-B66A-D5BA-4128-E03A88082820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4148676087" sldId="280"/>
            <ac:spMk id="38" creationId="{E0D9D7B5-8EA2-E2A8-E8C8-2A825094C1DA}"/>
          </ac:spMkLst>
        </pc:spChg>
        <pc:picChg chg="del">
          <ac:chgData name="Zac Heggie" userId="e108ed31-089a-4b2e-be2f-3398cfb941d5" providerId="ADAL" clId="{3A0CFED2-7E0E-510F-BD3C-92FC78B86FA3}" dt="2026-06-10T10:54:16.449" v="46" actId="478"/>
          <ac:picMkLst>
            <pc:docMk/>
            <pc:sldMk cId="4148676087" sldId="280"/>
            <ac:picMk id="5" creationId="{6FAF3583-21CD-1207-4DB3-24E3B91323F7}"/>
          </ac:picMkLst>
        </pc:picChg>
        <pc:picChg chg="add mod">
          <ac:chgData name="Zac Heggie" userId="e108ed31-089a-4b2e-be2f-3398cfb941d5" providerId="ADAL" clId="{3A0CFED2-7E0E-510F-BD3C-92FC78B86FA3}" dt="2026-06-10T11:18:08.722" v="471" actId="1076"/>
          <ac:picMkLst>
            <pc:docMk/>
            <pc:sldMk cId="4148676087" sldId="280"/>
            <ac:picMk id="6" creationId="{82B88579-DF1A-151E-E903-37F636F772B0}"/>
          </ac:picMkLst>
        </pc:picChg>
        <pc:picChg chg="add mod">
          <ac:chgData name="Zac Heggie" userId="e108ed31-089a-4b2e-be2f-3398cfb941d5" providerId="ADAL" clId="{3A0CFED2-7E0E-510F-BD3C-92FC78B86FA3}" dt="2026-06-10T11:18:07.058" v="470" actId="1076"/>
          <ac:picMkLst>
            <pc:docMk/>
            <pc:sldMk cId="4148676087" sldId="280"/>
            <ac:picMk id="7" creationId="{777BFACB-87AD-D511-6E56-A566954E41C0}"/>
          </ac:picMkLst>
        </pc:picChg>
      </pc:sldChg>
      <pc:sldChg chg="addSp delSp delDesignElem">
        <pc:chgData name="Zac Heggie" userId="e108ed31-089a-4b2e-be2f-3398cfb941d5" providerId="ADAL" clId="{3A0CFED2-7E0E-510F-BD3C-92FC78B86FA3}" dt="2026-06-10T11:31:00.159" v="877"/>
        <pc:sldMkLst>
          <pc:docMk/>
          <pc:sldMk cId="2074865064" sldId="281"/>
        </pc:sldMkLst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074865064" sldId="281"/>
            <ac:spMk id="34" creationId="{98197863-1D55-A17C-F6A1-F9ACB5FDA985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074865064" sldId="281"/>
            <ac:spMk id="36" creationId="{13DC9B91-8CDC-7F2D-98C2-B10E64CA37AB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2074865064" sldId="281"/>
            <ac:spMk id="38" creationId="{956DE395-5EA2-7D47-BDA4-460C0AC9828A}"/>
          </ac:spMkLst>
        </pc:spChg>
      </pc:sldChg>
      <pc:sldChg chg="addSp delSp modSp add mod delDesignElem">
        <pc:chgData name="Zac Heggie" userId="e108ed31-089a-4b2e-be2f-3398cfb941d5" providerId="ADAL" clId="{3A0CFED2-7E0E-510F-BD3C-92FC78B86FA3}" dt="2026-06-10T11:31:00.159" v="877"/>
        <pc:sldMkLst>
          <pc:docMk/>
          <pc:sldMk cId="11933428" sldId="282"/>
        </pc:sldMkLst>
        <pc:spChg chg="mod">
          <ac:chgData name="Zac Heggie" userId="e108ed31-089a-4b2e-be2f-3398cfb941d5" providerId="ADAL" clId="{3A0CFED2-7E0E-510F-BD3C-92FC78B86FA3}" dt="2026-06-10T11:27:58.017" v="804" actId="20577"/>
          <ac:spMkLst>
            <pc:docMk/>
            <pc:sldMk cId="11933428" sldId="282"/>
            <ac:spMk id="2" creationId="{B9078E0C-B821-DFB4-6E27-60154DFA00EC}"/>
          </ac:spMkLst>
        </pc:spChg>
        <pc:spChg chg="mod">
          <ac:chgData name="Zac Heggie" userId="e108ed31-089a-4b2e-be2f-3398cfb941d5" providerId="ADAL" clId="{3A0CFED2-7E0E-510F-BD3C-92FC78B86FA3}" dt="2026-06-10T11:30:23.504" v="859" actId="403"/>
          <ac:spMkLst>
            <pc:docMk/>
            <pc:sldMk cId="11933428" sldId="282"/>
            <ac:spMk id="4" creationId="{964FB859-7D15-6F41-ED86-EEBA14C095F9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1933428" sldId="282"/>
            <ac:spMk id="8" creationId="{923ABD7F-B805-D640-4115-0A01837C75AD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1933428" sldId="282"/>
            <ac:spMk id="10" creationId="{4630BDD0-C354-B608-EC55-A1B0C5DD6ADC}"/>
          </ac:spMkLst>
        </pc:spChg>
        <pc:spChg chg="add del">
          <ac:chgData name="Zac Heggie" userId="e108ed31-089a-4b2e-be2f-3398cfb941d5" providerId="ADAL" clId="{3A0CFED2-7E0E-510F-BD3C-92FC78B86FA3}" dt="2026-06-10T11:31:00.159" v="877"/>
          <ac:spMkLst>
            <pc:docMk/>
            <pc:sldMk cId="11933428" sldId="282"/>
            <ac:spMk id="12" creationId="{D07F662D-DF6D-3451-495A-5B7BBA97A25F}"/>
          </ac:spMkLst>
        </pc:spChg>
      </pc:sldChg>
      <pc:sldChg chg="addSp delSp modSp add del mod setBg delDesignElem">
        <pc:chgData name="Zac Heggie" userId="e108ed31-089a-4b2e-be2f-3398cfb941d5" providerId="ADAL" clId="{3A0CFED2-7E0E-510F-BD3C-92FC78B86FA3}" dt="2026-06-10T11:31:44.541" v="910" actId="2696"/>
        <pc:sldMkLst>
          <pc:docMk/>
          <pc:sldMk cId="622272598" sldId="283"/>
        </pc:sldMkLst>
        <pc:spChg chg="mod">
          <ac:chgData name="Zac Heggie" userId="e108ed31-089a-4b2e-be2f-3398cfb941d5" providerId="ADAL" clId="{3A0CFED2-7E0E-510F-BD3C-92FC78B86FA3}" dt="2026-06-10T11:31:33.546" v="909" actId="20577"/>
          <ac:spMkLst>
            <pc:docMk/>
            <pc:sldMk cId="622272598" sldId="283"/>
            <ac:spMk id="2" creationId="{3B7F6093-B152-1D7A-3BCD-4FC2E68C44AF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4" creationId="{B00BC719-D27A-4A01-BB89-F9FA5AB67B94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8" creationId="{82614AC6-5580-1025-A335-DE3FCA5BF86A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10" creationId="{A1DEF99E-D6C6-6AB5-5C9F-F6502E76096C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12" creationId="{B7A67379-E64C-E219-1F94-2C721572BF1A}"/>
          </ac:spMkLst>
        </pc:spChg>
        <pc:spChg chg="add del">
          <ac:chgData name="Zac Heggie" userId="e108ed31-089a-4b2e-be2f-3398cfb941d5" providerId="ADAL" clId="{3A0CFED2-7E0E-510F-BD3C-92FC78B86FA3}" dt="2026-06-10T11:31:19.249" v="879" actId="26606"/>
          <ac:spMkLst>
            <pc:docMk/>
            <pc:sldMk cId="622272598" sldId="283"/>
            <ac:spMk id="18" creationId="{BACC6370-2D7E-4714-9D71-7542949D7D5D}"/>
          </ac:spMkLst>
        </pc:spChg>
        <pc:spChg chg="add del">
          <ac:chgData name="Zac Heggie" userId="e108ed31-089a-4b2e-be2f-3398cfb941d5" providerId="ADAL" clId="{3A0CFED2-7E0E-510F-BD3C-92FC78B86FA3}" dt="2026-06-10T11:31:19.249" v="879" actId="26606"/>
          <ac:spMkLst>
            <pc:docMk/>
            <pc:sldMk cId="622272598" sldId="283"/>
            <ac:spMk id="20" creationId="{F68B3F68-107C-434F-AA38-110D5EA91B85}"/>
          </ac:spMkLst>
        </pc:spChg>
        <pc:spChg chg="add del">
          <ac:chgData name="Zac Heggie" userId="e108ed31-089a-4b2e-be2f-3398cfb941d5" providerId="ADAL" clId="{3A0CFED2-7E0E-510F-BD3C-92FC78B86FA3}" dt="2026-06-10T11:31:19.249" v="879" actId="26606"/>
          <ac:spMkLst>
            <pc:docMk/>
            <pc:sldMk cId="622272598" sldId="283"/>
            <ac:spMk id="22" creationId="{AAD0DBB9-1A4B-4391-81D4-CB19F9AB918A}"/>
          </ac:spMkLst>
        </pc:spChg>
        <pc:spChg chg="add del">
          <ac:chgData name="Zac Heggie" userId="e108ed31-089a-4b2e-be2f-3398cfb941d5" providerId="ADAL" clId="{3A0CFED2-7E0E-510F-BD3C-92FC78B86FA3}" dt="2026-06-10T11:31:19.249" v="879" actId="26606"/>
          <ac:spMkLst>
            <pc:docMk/>
            <pc:sldMk cId="622272598" sldId="283"/>
            <ac:spMk id="24" creationId="{063BBA22-50EA-4C4D-BE05-F1CE4E63AA56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26" creationId="{BACC6370-2D7E-4714-9D71-7542949D7D5D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27" creationId="{F68B3F68-107C-434F-AA38-110D5EA91B85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28" creationId="{AAD0DBB9-1A4B-4391-81D4-CB19F9AB918A}"/>
          </ac:spMkLst>
        </pc:spChg>
        <pc:spChg chg="add del">
          <ac:chgData name="Zac Heggie" userId="e108ed31-089a-4b2e-be2f-3398cfb941d5" providerId="ADAL" clId="{3A0CFED2-7E0E-510F-BD3C-92FC78B86FA3}" dt="2026-06-10T11:31:23.889" v="881" actId="26606"/>
          <ac:spMkLst>
            <pc:docMk/>
            <pc:sldMk cId="622272598" sldId="283"/>
            <ac:spMk id="29" creationId="{063BBA22-50EA-4C4D-BE05-F1CE4E63AA56}"/>
          </ac:spMkLst>
        </pc:spChg>
        <pc:graphicFrameChg chg="add del">
          <ac:chgData name="Zac Heggie" userId="e108ed31-089a-4b2e-be2f-3398cfb941d5" providerId="ADAL" clId="{3A0CFED2-7E0E-510F-BD3C-92FC78B86FA3}" dt="2026-06-10T11:31:19.249" v="879" actId="26606"/>
          <ac:graphicFrameMkLst>
            <pc:docMk/>
            <pc:sldMk cId="622272598" sldId="283"/>
            <ac:graphicFrameMk id="14" creationId="{6B48A276-6737-9185-D9E8-43047833E76D}"/>
          </ac:graphicFrameMkLst>
        </pc:graphicFrameChg>
        <pc:graphicFrameChg chg="add del">
          <ac:chgData name="Zac Heggie" userId="e108ed31-089a-4b2e-be2f-3398cfb941d5" providerId="ADAL" clId="{3A0CFED2-7E0E-510F-BD3C-92FC78B86FA3}" dt="2026-06-10T11:31:23.889" v="881" actId="26606"/>
          <ac:graphicFrameMkLst>
            <pc:docMk/>
            <pc:sldMk cId="622272598" sldId="283"/>
            <ac:graphicFrameMk id="30" creationId="{347EB9B3-1BDC-F73E-9849-31118ADE35A5}"/>
          </ac:graphicFrameMkLst>
        </pc:graphicFrameChg>
      </pc:sldChg>
    </pc:docChg>
  </pc:docChgLst>
  <pc:docChgLst>
    <pc:chgData name="Josh Tuckwell" userId="S::jdt57@cam.ac.uk::cdf3a84e-f01f-4bb8-b430-359ca38a7827" providerId="AD" clId="Web-{DCC116AD-A423-8FD6-D974-251AC420E9B8}"/>
    <pc:docChg chg="addSld delSld modSld sldOrd">
      <pc:chgData name="Josh Tuckwell" userId="S::jdt57@cam.ac.uk::cdf3a84e-f01f-4bb8-b430-359ca38a7827" providerId="AD" clId="Web-{DCC116AD-A423-8FD6-D974-251AC420E9B8}" dt="2026-06-10T11:09:51.093" v="897" actId="14100"/>
      <pc:docMkLst>
        <pc:docMk/>
      </pc:docMkLst>
      <pc:sldChg chg="del">
        <pc:chgData name="Josh Tuckwell" userId="S::jdt57@cam.ac.uk::cdf3a84e-f01f-4bb8-b430-359ca38a7827" providerId="AD" clId="Web-{DCC116AD-A423-8FD6-D974-251AC420E9B8}" dt="2026-06-10T11:05:23.321" v="859"/>
        <pc:sldMkLst>
          <pc:docMk/>
          <pc:sldMk cId="723679848" sldId="264"/>
        </pc:sldMkLst>
      </pc:sldChg>
      <pc:sldChg chg="addSp delSp modSp add ord replId">
        <pc:chgData name="Josh Tuckwell" userId="S::jdt57@cam.ac.uk::cdf3a84e-f01f-4bb8-b430-359ca38a7827" providerId="AD" clId="Web-{DCC116AD-A423-8FD6-D974-251AC420E9B8}" dt="2026-06-10T10:10:24.813" v="348"/>
        <pc:sldMkLst>
          <pc:docMk/>
          <pc:sldMk cId="474596553" sldId="273"/>
        </pc:sldMkLst>
        <pc:spChg chg="mod">
          <ac:chgData name="Josh Tuckwell" userId="S::jdt57@cam.ac.uk::cdf3a84e-f01f-4bb8-b430-359ca38a7827" providerId="AD" clId="Web-{DCC116AD-A423-8FD6-D974-251AC420E9B8}" dt="2026-06-10T10:06:52.323" v="27" actId="20577"/>
          <ac:spMkLst>
            <pc:docMk/>
            <pc:sldMk cId="474596553" sldId="273"/>
            <ac:spMk id="2" creationId="{C05AE0F7-6A8D-93CB-472E-0756515641AE}"/>
          </ac:spMkLst>
        </pc:spChg>
        <pc:graphicFrameChg chg="add mod modGraphic">
          <ac:chgData name="Josh Tuckwell" userId="S::jdt57@cam.ac.uk::cdf3a84e-f01f-4bb8-b430-359ca38a7827" providerId="AD" clId="Web-{DCC116AD-A423-8FD6-D974-251AC420E9B8}" dt="2026-06-10T10:10:24.813" v="348"/>
          <ac:graphicFrameMkLst>
            <pc:docMk/>
            <pc:sldMk cId="474596553" sldId="273"/>
            <ac:graphicFrameMk id="3" creationId="{8EE582ED-FF51-3E76-F8C1-4AAA46900DF7}"/>
          </ac:graphicFrameMkLst>
        </pc:graphicFrameChg>
        <pc:picChg chg="del">
          <ac:chgData name="Josh Tuckwell" userId="S::jdt57@cam.ac.uk::cdf3a84e-f01f-4bb8-b430-359ca38a7827" providerId="AD" clId="Web-{DCC116AD-A423-8FD6-D974-251AC420E9B8}" dt="2026-06-10T09:44:34.109" v="9"/>
          <ac:picMkLst>
            <pc:docMk/>
            <pc:sldMk cId="474596553" sldId="273"/>
            <ac:picMk id="1026" creationId="{76EC4789-FED3-5EA8-EC5E-63B03165148F}"/>
          </ac:picMkLst>
        </pc:picChg>
      </pc:sldChg>
      <pc:sldChg chg="addSp delSp modSp add replId">
        <pc:chgData name="Josh Tuckwell" userId="S::jdt57@cam.ac.uk::cdf3a84e-f01f-4bb8-b430-359ca38a7827" providerId="AD" clId="Web-{DCC116AD-A423-8FD6-D974-251AC420E9B8}" dt="2026-06-10T11:06:57.495" v="874" actId="14100"/>
        <pc:sldMkLst>
          <pc:docMk/>
          <pc:sldMk cId="1809086996" sldId="275"/>
        </pc:sldMkLst>
        <pc:spChg chg="mod">
          <ac:chgData name="Josh Tuckwell" userId="S::jdt57@cam.ac.uk::cdf3a84e-f01f-4bb8-b430-359ca38a7827" providerId="AD" clId="Web-{DCC116AD-A423-8FD6-D974-251AC420E9B8}" dt="2026-06-10T10:12:52.926" v="372" actId="1076"/>
          <ac:spMkLst>
            <pc:docMk/>
            <pc:sldMk cId="1809086996" sldId="275"/>
            <ac:spMk id="2" creationId="{D6C5F082-BBD1-15CD-DF40-0A6DD5976544}"/>
          </ac:spMkLst>
        </pc:spChg>
        <pc:graphicFrameChg chg="del">
          <ac:chgData name="Josh Tuckwell" userId="S::jdt57@cam.ac.uk::cdf3a84e-f01f-4bb8-b430-359ca38a7827" providerId="AD" clId="Web-{DCC116AD-A423-8FD6-D974-251AC420E9B8}" dt="2026-06-10T10:10:37.360" v="350"/>
          <ac:graphicFrameMkLst>
            <pc:docMk/>
            <pc:sldMk cId="1809086996" sldId="275"/>
            <ac:graphicFrameMk id="3" creationId="{4B2F4E1A-5ECD-DA29-7D13-4E1F889686AD}"/>
          </ac:graphicFrameMkLst>
        </pc:graphicFrameChg>
        <pc:picChg chg="add del mod">
          <ac:chgData name="Josh Tuckwell" userId="S::jdt57@cam.ac.uk::cdf3a84e-f01f-4bb8-b430-359ca38a7827" providerId="AD" clId="Web-{DCC116AD-A423-8FD6-D974-251AC420E9B8}" dt="2026-06-10T11:06:06.759" v="867"/>
          <ac:picMkLst>
            <pc:docMk/>
            <pc:sldMk cId="1809086996" sldId="275"/>
            <ac:picMk id="4" creationId="{C953CC65-F757-74A3-8A84-8BA7E1E50EC1}"/>
          </ac:picMkLst>
        </pc:picChg>
        <pc:picChg chg="add del mod ord">
          <ac:chgData name="Josh Tuckwell" userId="S::jdt57@cam.ac.uk::cdf3a84e-f01f-4bb8-b430-359ca38a7827" providerId="AD" clId="Web-{DCC116AD-A423-8FD6-D974-251AC420E9B8}" dt="2026-06-10T11:02:47.160" v="851"/>
          <ac:picMkLst>
            <pc:docMk/>
            <pc:sldMk cId="1809086996" sldId="275"/>
            <ac:picMk id="5" creationId="{51EF0AEF-F651-57AA-90DF-C7208ADD9823}"/>
          </ac:picMkLst>
        </pc:picChg>
        <pc:picChg chg="add del mod">
          <ac:chgData name="Josh Tuckwell" userId="S::jdt57@cam.ac.uk::cdf3a84e-f01f-4bb8-b430-359ca38a7827" providerId="AD" clId="Web-{DCC116AD-A423-8FD6-D974-251AC420E9B8}" dt="2026-06-10T11:00:05.266" v="848"/>
          <ac:picMkLst>
            <pc:docMk/>
            <pc:sldMk cId="1809086996" sldId="275"/>
            <ac:picMk id="6" creationId="{2E0866CC-B709-3916-E788-BBD4617BA462}"/>
          </ac:picMkLst>
        </pc:picChg>
        <pc:picChg chg="add del mod ord">
          <ac:chgData name="Josh Tuckwell" userId="S::jdt57@cam.ac.uk::cdf3a84e-f01f-4bb8-b430-359ca38a7827" providerId="AD" clId="Web-{DCC116AD-A423-8FD6-D974-251AC420E9B8}" dt="2026-06-10T11:05:37.290" v="860"/>
          <ac:picMkLst>
            <pc:docMk/>
            <pc:sldMk cId="1809086996" sldId="275"/>
            <ac:picMk id="7" creationId="{A4AB37E3-EE23-2F0F-991D-5A2AAA7B9B00}"/>
          </ac:picMkLst>
        </pc:picChg>
        <pc:picChg chg="add mod ord">
          <ac:chgData name="Josh Tuckwell" userId="S::jdt57@cam.ac.uk::cdf3a84e-f01f-4bb8-b430-359ca38a7827" providerId="AD" clId="Web-{DCC116AD-A423-8FD6-D974-251AC420E9B8}" dt="2026-06-10T11:06:57.495" v="874" actId="14100"/>
          <ac:picMkLst>
            <pc:docMk/>
            <pc:sldMk cId="1809086996" sldId="275"/>
            <ac:picMk id="9" creationId="{CA48AC6B-11E9-F73B-BB49-F4B4508BBEB2}"/>
          </ac:picMkLst>
        </pc:picChg>
        <pc:picChg chg="add mod">
          <ac:chgData name="Josh Tuckwell" userId="S::jdt57@cam.ac.uk::cdf3a84e-f01f-4bb8-b430-359ca38a7827" providerId="AD" clId="Web-{DCC116AD-A423-8FD6-D974-251AC420E9B8}" dt="2026-06-10T11:06:52.526" v="873" actId="14100"/>
          <ac:picMkLst>
            <pc:docMk/>
            <pc:sldMk cId="1809086996" sldId="275"/>
            <ac:picMk id="11" creationId="{574CDE1B-B42F-3612-09AA-7104C0E87540}"/>
          </ac:picMkLst>
        </pc:picChg>
      </pc:sldChg>
      <pc:sldChg chg="addSp delSp modSp add replId">
        <pc:chgData name="Josh Tuckwell" userId="S::jdt57@cam.ac.uk::cdf3a84e-f01f-4bb8-b430-359ca38a7827" providerId="AD" clId="Web-{DCC116AD-A423-8FD6-D974-251AC420E9B8}" dt="2026-06-10T11:08:44.576" v="890" actId="14100"/>
        <pc:sldMkLst>
          <pc:docMk/>
          <pc:sldMk cId="192990220" sldId="276"/>
        </pc:sldMkLst>
        <pc:spChg chg="ord">
          <ac:chgData name="Josh Tuckwell" userId="S::jdt57@cam.ac.uk::cdf3a84e-f01f-4bb8-b430-359ca38a7827" providerId="AD" clId="Web-{DCC116AD-A423-8FD6-D974-251AC420E9B8}" dt="2026-06-10T10:15:16.696" v="388"/>
          <ac:spMkLst>
            <pc:docMk/>
            <pc:sldMk cId="192990220" sldId="276"/>
            <ac:spMk id="2" creationId="{30E7EAD2-F318-9CCF-F250-5BE0EF351B91}"/>
          </ac:spMkLst>
        </pc:spChg>
        <pc:spChg chg="ord">
          <ac:chgData name="Josh Tuckwell" userId="S::jdt57@cam.ac.uk::cdf3a84e-f01f-4bb8-b430-359ca38a7827" providerId="AD" clId="Web-{DCC116AD-A423-8FD6-D974-251AC420E9B8}" dt="2026-06-10T10:15:14.305" v="387"/>
          <ac:spMkLst>
            <pc:docMk/>
            <pc:sldMk cId="192990220" sldId="276"/>
            <ac:spMk id="8" creationId="{7FB2BD47-72BE-4EEB-BD1C-8779FF4649DF}"/>
          </ac:spMkLst>
        </pc:spChg>
        <pc:spChg chg="ord">
          <ac:chgData name="Josh Tuckwell" userId="S::jdt57@cam.ac.uk::cdf3a84e-f01f-4bb8-b430-359ca38a7827" providerId="AD" clId="Web-{DCC116AD-A423-8FD6-D974-251AC420E9B8}" dt="2026-06-10T10:15:19.321" v="389"/>
          <ac:spMkLst>
            <pc:docMk/>
            <pc:sldMk cId="192990220" sldId="276"/>
            <ac:spMk id="10" creationId="{4E436466-CEC4-9012-48FC-4AF9D93049E3}"/>
          </ac:spMkLst>
        </pc:spChg>
        <pc:picChg chg="add del mod">
          <ac:chgData name="Josh Tuckwell" userId="S::jdt57@cam.ac.uk::cdf3a84e-f01f-4bb8-b430-359ca38a7827" providerId="AD" clId="Web-{DCC116AD-A423-8FD6-D974-251AC420E9B8}" dt="2026-06-10T11:07:13.527" v="876"/>
          <ac:picMkLst>
            <pc:docMk/>
            <pc:sldMk cId="192990220" sldId="276"/>
            <ac:picMk id="3" creationId="{15DF605A-9697-C595-A5A4-4A84F75402AD}"/>
          </ac:picMkLst>
        </pc:picChg>
        <pc:picChg chg="del">
          <ac:chgData name="Josh Tuckwell" userId="S::jdt57@cam.ac.uk::cdf3a84e-f01f-4bb8-b430-359ca38a7827" providerId="AD" clId="Web-{DCC116AD-A423-8FD6-D974-251AC420E9B8}" dt="2026-06-10T10:14:12.616" v="378"/>
          <ac:picMkLst>
            <pc:docMk/>
            <pc:sldMk cId="192990220" sldId="276"/>
            <ac:picMk id="4" creationId="{283D229A-070F-70B5-2CC6-920363E15C0E}"/>
          </ac:picMkLst>
        </pc:picChg>
        <pc:picChg chg="del">
          <ac:chgData name="Josh Tuckwell" userId="S::jdt57@cam.ac.uk::cdf3a84e-f01f-4bb8-b430-359ca38a7827" providerId="AD" clId="Web-{DCC116AD-A423-8FD6-D974-251AC420E9B8}" dt="2026-06-10T10:14:12.632" v="379"/>
          <ac:picMkLst>
            <pc:docMk/>
            <pc:sldMk cId="192990220" sldId="276"/>
            <ac:picMk id="5" creationId="{A1247FCC-5A65-DCFC-991C-B238FF89A253}"/>
          </ac:picMkLst>
        </pc:picChg>
        <pc:picChg chg="add del mod ord">
          <ac:chgData name="Josh Tuckwell" userId="S::jdt57@cam.ac.uk::cdf3a84e-f01f-4bb8-b430-359ca38a7827" providerId="AD" clId="Web-{DCC116AD-A423-8FD6-D974-251AC420E9B8}" dt="2026-06-10T11:07:12.136" v="875"/>
          <ac:picMkLst>
            <pc:docMk/>
            <pc:sldMk cId="192990220" sldId="276"/>
            <ac:picMk id="6" creationId="{1B72988A-61BF-E79E-5AFC-28343C0777B9}"/>
          </ac:picMkLst>
        </pc:picChg>
        <pc:picChg chg="add mod">
          <ac:chgData name="Josh Tuckwell" userId="S::jdt57@cam.ac.uk::cdf3a84e-f01f-4bb8-b430-359ca38a7827" providerId="AD" clId="Web-{DCC116AD-A423-8FD6-D974-251AC420E9B8}" dt="2026-06-10T11:08:44.576" v="890" actId="14100"/>
          <ac:picMkLst>
            <pc:docMk/>
            <pc:sldMk cId="192990220" sldId="276"/>
            <ac:picMk id="7" creationId="{2AD81A3D-FA9A-7CDB-883D-63619EF05477}"/>
          </ac:picMkLst>
        </pc:picChg>
        <pc:picChg chg="add mod ord">
          <ac:chgData name="Josh Tuckwell" userId="S::jdt57@cam.ac.uk::cdf3a84e-f01f-4bb8-b430-359ca38a7827" providerId="AD" clId="Web-{DCC116AD-A423-8FD6-D974-251AC420E9B8}" dt="2026-06-10T11:08:29.810" v="888" actId="1076"/>
          <ac:picMkLst>
            <pc:docMk/>
            <pc:sldMk cId="192990220" sldId="276"/>
            <ac:picMk id="9" creationId="{BCB91F72-5DE0-6CAE-0A85-F2122A701E3C}"/>
          </ac:picMkLst>
        </pc:picChg>
      </pc:sldChg>
      <pc:sldChg chg="addSp delSp modSp add replId">
        <pc:chgData name="Josh Tuckwell" userId="S::jdt57@cam.ac.uk::cdf3a84e-f01f-4bb8-b430-359ca38a7827" providerId="AD" clId="Web-{DCC116AD-A423-8FD6-D974-251AC420E9B8}" dt="2026-06-10T11:09:39.592" v="895" actId="14100"/>
        <pc:sldMkLst>
          <pc:docMk/>
          <pc:sldMk cId="1094162036" sldId="277"/>
        </pc:sldMkLst>
        <pc:spChg chg="add mod">
          <ac:chgData name="Josh Tuckwell" userId="S::jdt57@cam.ac.uk::cdf3a84e-f01f-4bb8-b430-359ca38a7827" providerId="AD" clId="Web-{DCC116AD-A423-8FD6-D974-251AC420E9B8}" dt="2026-06-10T10:19:51.374" v="478" actId="20577"/>
          <ac:spMkLst>
            <pc:docMk/>
            <pc:sldMk cId="1094162036" sldId="277"/>
            <ac:spMk id="5" creationId="{BD2EAD17-865B-6811-31E7-61DAEF71EF76}"/>
          </ac:spMkLst>
        </pc:spChg>
        <pc:picChg chg="del">
          <ac:chgData name="Josh Tuckwell" userId="S::jdt57@cam.ac.uk::cdf3a84e-f01f-4bb8-b430-359ca38a7827" providerId="AD" clId="Web-{DCC116AD-A423-8FD6-D974-251AC420E9B8}" dt="2026-06-10T10:16:03.603" v="396"/>
          <ac:picMkLst>
            <pc:docMk/>
            <pc:sldMk cId="1094162036" sldId="277"/>
            <ac:picMk id="3" creationId="{A7C49C58-7D54-3FEF-3B1B-FD5BAEE3C672}"/>
          </ac:picMkLst>
        </pc:picChg>
        <pc:picChg chg="add del mod">
          <ac:chgData name="Josh Tuckwell" userId="S::jdt57@cam.ac.uk::cdf3a84e-f01f-4bb8-b430-359ca38a7827" providerId="AD" clId="Web-{DCC116AD-A423-8FD6-D974-251AC420E9B8}" dt="2026-06-10T11:09:23.233" v="891"/>
          <ac:picMkLst>
            <pc:docMk/>
            <pc:sldMk cId="1094162036" sldId="277"/>
            <ac:picMk id="4" creationId="{792E9733-D1DE-4F97-1016-6337954E1B94}"/>
          </ac:picMkLst>
        </pc:picChg>
        <pc:picChg chg="del">
          <ac:chgData name="Josh Tuckwell" userId="S::jdt57@cam.ac.uk::cdf3a84e-f01f-4bb8-b430-359ca38a7827" providerId="AD" clId="Web-{DCC116AD-A423-8FD6-D974-251AC420E9B8}" dt="2026-06-10T10:16:04.134" v="397"/>
          <ac:picMkLst>
            <pc:docMk/>
            <pc:sldMk cId="1094162036" sldId="277"/>
            <ac:picMk id="6" creationId="{5ACFBAF0-B279-AA1F-D80C-CA62169E88CD}"/>
          </ac:picMkLst>
        </pc:picChg>
        <pc:picChg chg="add mod">
          <ac:chgData name="Josh Tuckwell" userId="S::jdt57@cam.ac.uk::cdf3a84e-f01f-4bb8-b430-359ca38a7827" providerId="AD" clId="Web-{DCC116AD-A423-8FD6-D974-251AC420E9B8}" dt="2026-06-10T11:09:39.592" v="895" actId="14100"/>
          <ac:picMkLst>
            <pc:docMk/>
            <pc:sldMk cId="1094162036" sldId="277"/>
            <ac:picMk id="7" creationId="{8DB6698E-62E1-5AA2-3A07-5FF1297A20CF}"/>
          </ac:picMkLst>
        </pc:picChg>
      </pc:sldChg>
      <pc:sldChg chg="addSp modSp add replId">
        <pc:chgData name="Josh Tuckwell" userId="S::jdt57@cam.ac.uk::cdf3a84e-f01f-4bb8-b430-359ca38a7827" providerId="AD" clId="Web-{DCC116AD-A423-8FD6-D974-251AC420E9B8}" dt="2026-06-10T11:09:51.093" v="897" actId="14100"/>
        <pc:sldMkLst>
          <pc:docMk/>
          <pc:sldMk cId="2749167685" sldId="278"/>
        </pc:sldMkLst>
        <pc:picChg chg="add mod">
          <ac:chgData name="Josh Tuckwell" userId="S::jdt57@cam.ac.uk::cdf3a84e-f01f-4bb8-b430-359ca38a7827" providerId="AD" clId="Web-{DCC116AD-A423-8FD6-D974-251AC420E9B8}" dt="2026-06-10T11:09:51.093" v="897" actId="14100"/>
          <ac:picMkLst>
            <pc:docMk/>
            <pc:sldMk cId="2749167685" sldId="278"/>
            <ac:picMk id="3" creationId="{C57FB1D8-40E1-4D18-5160-2C5F3801B3F4}"/>
          </ac:picMkLst>
        </pc:picChg>
      </pc:sldChg>
      <pc:sldChg chg="addSp delSp modSp add replId">
        <pc:chgData name="Josh Tuckwell" userId="S::jdt57@cam.ac.uk::cdf3a84e-f01f-4bb8-b430-359ca38a7827" providerId="AD" clId="Web-{DCC116AD-A423-8FD6-D974-251AC420E9B8}" dt="2026-06-10T10:26:23.135" v="839" actId="14100"/>
        <pc:sldMkLst>
          <pc:docMk/>
          <pc:sldMk cId="2860932850" sldId="279"/>
        </pc:sldMkLst>
        <pc:spChg chg="add mod">
          <ac:chgData name="Josh Tuckwell" userId="S::jdt57@cam.ac.uk::cdf3a84e-f01f-4bb8-b430-359ca38a7827" providerId="AD" clId="Web-{DCC116AD-A423-8FD6-D974-251AC420E9B8}" dt="2026-06-10T10:26:23.135" v="839" actId="14100"/>
          <ac:spMkLst>
            <pc:docMk/>
            <pc:sldMk cId="2860932850" sldId="279"/>
            <ac:spMk id="4" creationId="{CCC1A46E-6E68-B5DB-F5DF-B9404ABE376F}"/>
          </ac:spMkLst>
        </pc:spChg>
        <pc:picChg chg="del">
          <ac:chgData name="Josh Tuckwell" userId="S::jdt57@cam.ac.uk::cdf3a84e-f01f-4bb8-b430-359ca38a7827" providerId="AD" clId="Web-{DCC116AD-A423-8FD6-D974-251AC420E9B8}" dt="2026-06-10T10:20:02.265" v="480"/>
          <ac:picMkLst>
            <pc:docMk/>
            <pc:sldMk cId="2860932850" sldId="279"/>
            <ac:picMk id="3" creationId="{0698310B-EEB7-B549-E041-A404F07379F4}"/>
          </ac:picMkLst>
        </pc:picChg>
      </pc:sldChg>
    </pc:docChg>
  </pc:docChgLst>
  <pc:docChgLst>
    <pc:chgData name="James Edwicker" userId="f92c5dd9-7436-4bfa-baff-181e7ead024a" providerId="ADAL" clId="{BBA393B9-936C-4AA9-965C-F652B11E97B8}"/>
    <pc:docChg chg="custSel addSld delSld modSld sldOrd">
      <pc:chgData name="James Edwicker" userId="f92c5dd9-7436-4bfa-baff-181e7ead024a" providerId="ADAL" clId="{BBA393B9-936C-4AA9-965C-F652B11E97B8}" dt="2026-06-09T19:25:40.085" v="79" actId="14100"/>
      <pc:docMkLst>
        <pc:docMk/>
      </pc:docMkLst>
      <pc:sldChg chg="modSp mod">
        <pc:chgData name="James Edwicker" userId="f92c5dd9-7436-4bfa-baff-181e7ead024a" providerId="ADAL" clId="{BBA393B9-936C-4AA9-965C-F652B11E97B8}" dt="2026-06-09T17:44:34.344" v="13" actId="20577"/>
        <pc:sldMkLst>
          <pc:docMk/>
          <pc:sldMk cId="448040804" sldId="256"/>
        </pc:sldMkLst>
        <pc:spChg chg="mod">
          <ac:chgData name="James Edwicker" userId="f92c5dd9-7436-4bfa-baff-181e7ead024a" providerId="ADAL" clId="{BBA393B9-936C-4AA9-965C-F652B11E97B8}" dt="2026-06-09T17:44:34.344" v="13" actId="20577"/>
          <ac:spMkLst>
            <pc:docMk/>
            <pc:sldMk cId="448040804" sldId="256"/>
            <ac:spMk id="2" creationId="{5DA18E8E-33A3-5CEE-302E-1EB50302C810}"/>
          </ac:spMkLst>
        </pc:spChg>
      </pc:sldChg>
      <pc:sldChg chg="add del">
        <pc:chgData name="James Edwicker" userId="f92c5dd9-7436-4bfa-baff-181e7ead024a" providerId="ADAL" clId="{BBA393B9-936C-4AA9-965C-F652B11E97B8}" dt="2026-06-09T19:10:21.470" v="29"/>
        <pc:sldMkLst>
          <pc:docMk/>
          <pc:sldMk cId="391767328" sldId="258"/>
        </pc:sldMkLst>
      </pc:sldChg>
      <pc:sldChg chg="del">
        <pc:chgData name="James Edwicker" userId="f92c5dd9-7436-4bfa-baff-181e7ead024a" providerId="ADAL" clId="{BBA393B9-936C-4AA9-965C-F652B11E97B8}" dt="2026-06-09T17:44:46.251" v="22" actId="47"/>
        <pc:sldMkLst>
          <pc:docMk/>
          <pc:sldMk cId="1371788484" sldId="261"/>
        </pc:sldMkLst>
      </pc:sldChg>
      <pc:sldChg chg="addSp delSp modSp mod ord">
        <pc:chgData name="James Edwicker" userId="f92c5dd9-7436-4bfa-baff-181e7ead024a" providerId="ADAL" clId="{BBA393B9-936C-4AA9-965C-F652B11E97B8}" dt="2026-06-09T19:25:40.085" v="79" actId="14100"/>
        <pc:sldMkLst>
          <pc:docMk/>
          <pc:sldMk cId="723679848" sldId="264"/>
        </pc:sldMkLst>
        <pc:spChg chg="mod">
          <ac:chgData name="James Edwicker" userId="f92c5dd9-7436-4bfa-baff-181e7ead024a" providerId="ADAL" clId="{BBA393B9-936C-4AA9-965C-F652B11E97B8}" dt="2026-06-09T19:16:32.477" v="49" actId="20577"/>
          <ac:spMkLst>
            <pc:docMk/>
            <pc:sldMk cId="723679848" sldId="264"/>
            <ac:spMk id="2" creationId="{4E551C1B-BF83-A0C4-BDEE-FE961019D0FF}"/>
          </ac:spMkLst>
        </pc:spChg>
        <pc:spChg chg="del mod">
          <ac:chgData name="James Edwicker" userId="f92c5dd9-7436-4bfa-baff-181e7ead024a" providerId="ADAL" clId="{BBA393B9-936C-4AA9-965C-F652B11E97B8}" dt="2026-06-09T19:25:22.994" v="73" actId="931"/>
          <ac:spMkLst>
            <pc:docMk/>
            <pc:sldMk cId="723679848" sldId="264"/>
            <ac:spMk id="3" creationId="{CAE93395-B098-7581-C6F0-965DB6306EFC}"/>
          </ac:spMkLst>
        </pc:spChg>
        <pc:picChg chg="add mod">
          <ac:chgData name="James Edwicker" userId="f92c5dd9-7436-4bfa-baff-181e7ead024a" providerId="ADAL" clId="{BBA393B9-936C-4AA9-965C-F652B11E97B8}" dt="2026-06-09T19:17:37.809" v="71" actId="1076"/>
          <ac:picMkLst>
            <pc:docMk/>
            <pc:sldMk cId="723679848" sldId="264"/>
            <ac:picMk id="4" creationId="{C7B65E5D-E284-04FB-2823-11B974C4276B}"/>
          </ac:picMkLst>
        </pc:picChg>
        <pc:picChg chg="add mod">
          <ac:chgData name="James Edwicker" userId="f92c5dd9-7436-4bfa-baff-181e7ead024a" providerId="ADAL" clId="{BBA393B9-936C-4AA9-965C-F652B11E97B8}" dt="2026-06-09T19:17:45.193" v="72" actId="1076"/>
          <ac:picMkLst>
            <pc:docMk/>
            <pc:sldMk cId="723679848" sldId="264"/>
            <ac:picMk id="5" creationId="{5936407D-F9FC-6F00-3C8F-CB641D89FE59}"/>
          </ac:picMkLst>
        </pc:picChg>
        <pc:picChg chg="add mod ord">
          <ac:chgData name="James Edwicker" userId="f92c5dd9-7436-4bfa-baff-181e7ead024a" providerId="ADAL" clId="{BBA393B9-936C-4AA9-965C-F652B11E97B8}" dt="2026-06-09T19:25:40.085" v="79" actId="14100"/>
          <ac:picMkLst>
            <pc:docMk/>
            <pc:sldMk cId="723679848" sldId="264"/>
            <ac:picMk id="7" creationId="{A4C59B48-A191-8447-78EF-6022DD05F7EF}"/>
          </ac:picMkLst>
        </pc:picChg>
        <pc:picChg chg="add mod">
          <ac:chgData name="James Edwicker" userId="f92c5dd9-7436-4bfa-baff-181e7ead024a" providerId="ADAL" clId="{BBA393B9-936C-4AA9-965C-F652B11E97B8}" dt="2026-06-09T19:25:35.350" v="77" actId="14100"/>
          <ac:picMkLst>
            <pc:docMk/>
            <pc:sldMk cId="723679848" sldId="264"/>
            <ac:picMk id="9" creationId="{BDB0F033-F409-16C0-A5EE-E790F48EC889}"/>
          </ac:picMkLst>
        </pc:picChg>
      </pc:sldChg>
      <pc:sldChg chg="add">
        <pc:chgData name="James Edwicker" userId="f92c5dd9-7436-4bfa-baff-181e7ead024a" providerId="ADAL" clId="{BBA393B9-936C-4AA9-965C-F652B11E97B8}" dt="2026-06-09T19:10:21.470" v="29"/>
        <pc:sldMkLst>
          <pc:docMk/>
          <pc:sldMk cId="1026320275" sldId="265"/>
        </pc:sldMkLst>
      </pc:sldChg>
      <pc:sldChg chg="del">
        <pc:chgData name="James Edwicker" userId="f92c5dd9-7436-4bfa-baff-181e7ead024a" providerId="ADAL" clId="{BBA393B9-936C-4AA9-965C-F652B11E97B8}" dt="2026-06-09T17:44:43.176" v="18" actId="47"/>
        <pc:sldMkLst>
          <pc:docMk/>
          <pc:sldMk cId="3849479024" sldId="265"/>
        </pc:sldMkLst>
      </pc:sldChg>
      <pc:sldChg chg="del">
        <pc:chgData name="James Edwicker" userId="f92c5dd9-7436-4bfa-baff-181e7ead024a" providerId="ADAL" clId="{BBA393B9-936C-4AA9-965C-F652B11E97B8}" dt="2026-06-09T17:44:44.045" v="19" actId="47"/>
        <pc:sldMkLst>
          <pc:docMk/>
          <pc:sldMk cId="2158908578" sldId="266"/>
        </pc:sldMkLst>
      </pc:sldChg>
      <pc:sldChg chg="del">
        <pc:chgData name="James Edwicker" userId="f92c5dd9-7436-4bfa-baff-181e7ead024a" providerId="ADAL" clId="{BBA393B9-936C-4AA9-965C-F652B11E97B8}" dt="2026-06-09T17:44:44.756" v="20" actId="47"/>
        <pc:sldMkLst>
          <pc:docMk/>
          <pc:sldMk cId="4159348618" sldId="267"/>
        </pc:sldMkLst>
      </pc:sldChg>
      <pc:sldChg chg="del">
        <pc:chgData name="James Edwicker" userId="f92c5dd9-7436-4bfa-baff-181e7ead024a" providerId="ADAL" clId="{BBA393B9-936C-4AA9-965C-F652B11E97B8}" dt="2026-06-09T17:44:45.609" v="21" actId="47"/>
        <pc:sldMkLst>
          <pc:docMk/>
          <pc:sldMk cId="1924065461" sldId="268"/>
        </pc:sldMkLst>
      </pc:sldChg>
      <pc:sldChg chg="del">
        <pc:chgData name="James Edwicker" userId="f92c5dd9-7436-4bfa-baff-181e7ead024a" providerId="ADAL" clId="{BBA393B9-936C-4AA9-965C-F652B11E97B8}" dt="2026-06-09T17:44:46.899" v="23" actId="47"/>
        <pc:sldMkLst>
          <pc:docMk/>
          <pc:sldMk cId="59867010" sldId="269"/>
        </pc:sldMkLst>
      </pc:sldChg>
      <pc:sldChg chg="del">
        <pc:chgData name="James Edwicker" userId="f92c5dd9-7436-4bfa-baff-181e7ead024a" providerId="ADAL" clId="{BBA393B9-936C-4AA9-965C-F652B11E97B8}" dt="2026-06-09T17:44:41.128" v="16" actId="47"/>
        <pc:sldMkLst>
          <pc:docMk/>
          <pc:sldMk cId="4218628969" sldId="270"/>
        </pc:sldMkLst>
      </pc:sldChg>
      <pc:sldChg chg="add del">
        <pc:chgData name="James Edwicker" userId="f92c5dd9-7436-4bfa-baff-181e7ead024a" providerId="ADAL" clId="{BBA393B9-936C-4AA9-965C-F652B11E97B8}" dt="2026-06-09T19:10:21.470" v="29"/>
        <pc:sldMkLst>
          <pc:docMk/>
          <pc:sldMk cId="2287532665" sldId="271"/>
        </pc:sldMkLst>
      </pc:sldChg>
      <pc:sldChg chg="delSp modSp add mod">
        <pc:chgData name="James Edwicker" userId="f92c5dd9-7436-4bfa-baff-181e7ead024a" providerId="ADAL" clId="{BBA393B9-936C-4AA9-965C-F652B11E97B8}" dt="2026-06-09T19:17:05.709" v="70" actId="20577"/>
        <pc:sldMkLst>
          <pc:docMk/>
          <pc:sldMk cId="2566661561" sldId="272"/>
        </pc:sldMkLst>
        <pc:spChg chg="mod">
          <ac:chgData name="James Edwicker" userId="f92c5dd9-7436-4bfa-baff-181e7ead024a" providerId="ADAL" clId="{BBA393B9-936C-4AA9-965C-F652B11E97B8}" dt="2026-06-09T19:17:05.709" v="70" actId="20577"/>
          <ac:spMkLst>
            <pc:docMk/>
            <pc:sldMk cId="2566661561" sldId="272"/>
            <ac:spMk id="2" creationId="{601E1811-DB9C-BB8D-100C-B0A987382130}"/>
          </ac:spMkLst>
        </pc:spChg>
        <pc:picChg chg="del">
          <ac:chgData name="James Edwicker" userId="f92c5dd9-7436-4bfa-baff-181e7ead024a" providerId="ADAL" clId="{BBA393B9-936C-4AA9-965C-F652B11E97B8}" dt="2026-06-09T19:16:58.357" v="57" actId="478"/>
          <ac:picMkLst>
            <pc:docMk/>
            <pc:sldMk cId="2566661561" sldId="272"/>
            <ac:picMk id="4" creationId="{BE1B3D25-A3E6-29B9-386F-0B3215CF4B86}"/>
          </ac:picMkLst>
        </pc:picChg>
        <pc:picChg chg="del">
          <ac:chgData name="James Edwicker" userId="f92c5dd9-7436-4bfa-baff-181e7ead024a" providerId="ADAL" clId="{BBA393B9-936C-4AA9-965C-F652B11E97B8}" dt="2026-06-09T19:16:57.776" v="56" actId="478"/>
          <ac:picMkLst>
            <pc:docMk/>
            <pc:sldMk cId="2566661561" sldId="272"/>
            <ac:picMk id="5" creationId="{F3D34ED7-6FC2-0852-7977-682A7BA58A15}"/>
          </ac:picMkLst>
        </pc:picChg>
      </pc:sldChg>
    </pc:docChg>
  </pc:docChgLst>
  <pc:docChgLst>
    <pc:chgData name="James Edwicker" userId="f92c5dd9-7436-4bfa-baff-181e7ead024a" providerId="ADAL" clId="{2DDC407A-718E-4EB5-A416-2924CC3BBE1F}"/>
    <pc:docChg chg="custSel addSld delSld modSld sldOrd">
      <pc:chgData name="James Edwicker" userId="f92c5dd9-7436-4bfa-baff-181e7ead024a" providerId="ADAL" clId="{2DDC407A-718E-4EB5-A416-2924CC3BBE1F}" dt="2026-06-10T11:26:54.676" v="586" actId="1076"/>
      <pc:docMkLst>
        <pc:docMk/>
      </pc:docMkLst>
      <pc:sldChg chg="addSp modSp mod">
        <pc:chgData name="James Edwicker" userId="f92c5dd9-7436-4bfa-baff-181e7ead024a" providerId="ADAL" clId="{2DDC407A-718E-4EB5-A416-2924CC3BBE1F}" dt="2026-06-10T11:00:17.236" v="516" actId="1076"/>
        <pc:sldMkLst>
          <pc:docMk/>
          <pc:sldMk cId="723679848" sldId="264"/>
        </pc:sldMkLst>
        <pc:picChg chg="mod">
          <ac:chgData name="James Edwicker" userId="f92c5dd9-7436-4bfa-baff-181e7ead024a" providerId="ADAL" clId="{2DDC407A-718E-4EB5-A416-2924CC3BBE1F}" dt="2026-06-10T10:59:56.967" v="511" actId="1076"/>
          <ac:picMkLst>
            <pc:docMk/>
            <pc:sldMk cId="723679848" sldId="264"/>
            <ac:picMk id="4" creationId="{C7B65E5D-E284-04FB-2823-11B974C4276B}"/>
          </ac:picMkLst>
        </pc:picChg>
        <pc:picChg chg="mod ord">
          <ac:chgData name="James Edwicker" userId="f92c5dd9-7436-4bfa-baff-181e7ead024a" providerId="ADAL" clId="{2DDC407A-718E-4EB5-A416-2924CC3BBE1F}" dt="2026-06-10T11:00:17.236" v="516" actId="1076"/>
          <ac:picMkLst>
            <pc:docMk/>
            <pc:sldMk cId="723679848" sldId="264"/>
            <ac:picMk id="5" creationId="{5936407D-F9FC-6F00-3C8F-CB641D89FE59}"/>
          </ac:picMkLst>
        </pc:picChg>
        <pc:picChg chg="add mod">
          <ac:chgData name="James Edwicker" userId="f92c5dd9-7436-4bfa-baff-181e7ead024a" providerId="ADAL" clId="{2DDC407A-718E-4EB5-A416-2924CC3BBE1F}" dt="2026-06-10T10:59:39.594" v="508" actId="1076"/>
          <ac:picMkLst>
            <pc:docMk/>
            <pc:sldMk cId="723679848" sldId="264"/>
            <ac:picMk id="6" creationId="{59246EE2-AB24-8365-EE28-92C2A05BC3AD}"/>
          </ac:picMkLst>
        </pc:picChg>
        <pc:picChg chg="mod">
          <ac:chgData name="James Edwicker" userId="f92c5dd9-7436-4bfa-baff-181e7ead024a" providerId="ADAL" clId="{2DDC407A-718E-4EB5-A416-2924CC3BBE1F}" dt="2026-06-10T11:00:04.789" v="513" actId="1076"/>
          <ac:picMkLst>
            <pc:docMk/>
            <pc:sldMk cId="723679848" sldId="264"/>
            <ac:picMk id="7" creationId="{A4C59B48-A191-8447-78EF-6022DD05F7EF}"/>
          </ac:picMkLst>
        </pc:picChg>
        <pc:picChg chg="mod">
          <ac:chgData name="James Edwicker" userId="f92c5dd9-7436-4bfa-baff-181e7ead024a" providerId="ADAL" clId="{2DDC407A-718E-4EB5-A416-2924CC3BBE1F}" dt="2026-06-10T10:59:54.833" v="510" actId="1076"/>
          <ac:picMkLst>
            <pc:docMk/>
            <pc:sldMk cId="723679848" sldId="264"/>
            <ac:picMk id="9" creationId="{BDB0F033-F409-16C0-A5EE-E790F48EC889}"/>
          </ac:picMkLst>
        </pc:picChg>
        <pc:picChg chg="add mod">
          <ac:chgData name="James Edwicker" userId="f92c5dd9-7436-4bfa-baff-181e7ead024a" providerId="ADAL" clId="{2DDC407A-718E-4EB5-A416-2924CC3BBE1F}" dt="2026-06-10T10:59:36.758" v="507" actId="1076"/>
          <ac:picMkLst>
            <pc:docMk/>
            <pc:sldMk cId="723679848" sldId="264"/>
            <ac:picMk id="10" creationId="{FD4CF11D-7B07-6109-E92D-EC4666CA1E94}"/>
          </ac:picMkLst>
        </pc:picChg>
      </pc:sldChg>
      <pc:sldChg chg="del">
        <pc:chgData name="James Edwicker" userId="f92c5dd9-7436-4bfa-baff-181e7ead024a" providerId="ADAL" clId="{2DDC407A-718E-4EB5-A416-2924CC3BBE1F}" dt="2026-06-10T10:08:48.838" v="0" actId="47"/>
        <pc:sldMkLst>
          <pc:docMk/>
          <pc:sldMk cId="2287532665" sldId="271"/>
        </pc:sldMkLst>
      </pc:sldChg>
      <pc:sldChg chg="modSp add mod ord">
        <pc:chgData name="James Edwicker" userId="f92c5dd9-7436-4bfa-baff-181e7ead024a" providerId="ADAL" clId="{2DDC407A-718E-4EB5-A416-2924CC3BBE1F}" dt="2026-06-10T10:12:55.141" v="494" actId="20577"/>
        <pc:sldMkLst>
          <pc:docMk/>
          <pc:sldMk cId="43803317" sldId="274"/>
        </pc:sldMkLst>
        <pc:spChg chg="mod">
          <ac:chgData name="James Edwicker" userId="f92c5dd9-7436-4bfa-baff-181e7ead024a" providerId="ADAL" clId="{2DDC407A-718E-4EB5-A416-2924CC3BBE1F}" dt="2026-06-10T10:09:58.003" v="50" actId="20577"/>
          <ac:spMkLst>
            <pc:docMk/>
            <pc:sldMk cId="43803317" sldId="274"/>
            <ac:spMk id="2" creationId="{EF8FB8C8-B468-0835-58F1-928694BF624E}"/>
          </ac:spMkLst>
        </pc:spChg>
        <pc:spChg chg="mod">
          <ac:chgData name="James Edwicker" userId="f92c5dd9-7436-4bfa-baff-181e7ead024a" providerId="ADAL" clId="{2DDC407A-718E-4EB5-A416-2924CC3BBE1F}" dt="2026-06-10T10:12:55.141" v="494" actId="20577"/>
          <ac:spMkLst>
            <pc:docMk/>
            <pc:sldMk cId="43803317" sldId="274"/>
            <ac:spMk id="3" creationId="{75FD1DF1-385C-0C09-91E2-CB7F78694104}"/>
          </ac:spMkLst>
        </pc:spChg>
      </pc:sldChg>
      <pc:sldChg chg="addSp delSp modSp add del mod">
        <pc:chgData name="James Edwicker" userId="f92c5dd9-7436-4bfa-baff-181e7ead024a" providerId="ADAL" clId="{2DDC407A-718E-4EB5-A416-2924CC3BBE1F}" dt="2026-06-10T10:09:38.770" v="25" actId="47"/>
        <pc:sldMkLst>
          <pc:docMk/>
          <pc:sldMk cId="364431540" sldId="274"/>
        </pc:sldMkLst>
        <pc:spChg chg="mod">
          <ac:chgData name="James Edwicker" userId="f92c5dd9-7436-4bfa-baff-181e7ead024a" providerId="ADAL" clId="{2DDC407A-718E-4EB5-A416-2924CC3BBE1F}" dt="2026-06-10T10:09:30.874" v="23" actId="20577"/>
          <ac:spMkLst>
            <pc:docMk/>
            <pc:sldMk cId="364431540" sldId="274"/>
            <ac:spMk id="2" creationId="{00EA519D-1002-3492-B2EC-B8871FCA9058}"/>
          </ac:spMkLst>
        </pc:spChg>
        <pc:spChg chg="add mod">
          <ac:chgData name="James Edwicker" userId="f92c5dd9-7436-4bfa-baff-181e7ead024a" providerId="ADAL" clId="{2DDC407A-718E-4EB5-A416-2924CC3BBE1F}" dt="2026-06-10T10:09:32.822" v="24" actId="478"/>
          <ac:spMkLst>
            <pc:docMk/>
            <pc:sldMk cId="364431540" sldId="274"/>
            <ac:spMk id="4" creationId="{337D6012-4040-D2B1-4CEE-293142E6D4D8}"/>
          </ac:spMkLst>
        </pc:spChg>
        <pc:picChg chg="del">
          <ac:chgData name="James Edwicker" userId="f92c5dd9-7436-4bfa-baff-181e7ead024a" providerId="ADAL" clId="{2DDC407A-718E-4EB5-A416-2924CC3BBE1F}" dt="2026-06-10T10:09:32.822" v="24" actId="478"/>
          <ac:picMkLst>
            <pc:docMk/>
            <pc:sldMk cId="364431540" sldId="274"/>
            <ac:picMk id="7" creationId="{8EEC1395-CF78-FB95-3EBE-6849837C63B1}"/>
          </ac:picMkLst>
        </pc:picChg>
      </pc:sldChg>
      <pc:sldChg chg="addSp delSp modSp add mod">
        <pc:chgData name="James Edwicker" userId="f92c5dd9-7436-4bfa-baff-181e7ead024a" providerId="ADAL" clId="{2DDC407A-718E-4EB5-A416-2924CC3BBE1F}" dt="2026-06-10T11:26:54.676" v="586" actId="1076"/>
        <pc:sldMkLst>
          <pc:docMk/>
          <pc:sldMk cId="2074865064" sldId="281"/>
        </pc:sldMkLst>
        <pc:spChg chg="mod">
          <ac:chgData name="James Edwicker" userId="f92c5dd9-7436-4bfa-baff-181e7ead024a" providerId="ADAL" clId="{2DDC407A-718E-4EB5-A416-2924CC3BBE1F}" dt="2026-06-10T11:21:16.276" v="541" actId="20577"/>
          <ac:spMkLst>
            <pc:docMk/>
            <pc:sldMk cId="2074865064" sldId="281"/>
            <ac:spMk id="2" creationId="{EA22D5BA-CB5D-7114-5CC3-BBA8C92F26F8}"/>
          </ac:spMkLst>
        </pc:spChg>
        <pc:spChg chg="del">
          <ac:chgData name="James Edwicker" userId="f92c5dd9-7436-4bfa-baff-181e7ead024a" providerId="ADAL" clId="{2DDC407A-718E-4EB5-A416-2924CC3BBE1F}" dt="2026-06-10T11:21:20.993" v="542" actId="478"/>
          <ac:spMkLst>
            <pc:docMk/>
            <pc:sldMk cId="2074865064" sldId="281"/>
            <ac:spMk id="3" creationId="{A6331D85-9E33-9017-D234-24D04F5B4866}"/>
          </ac:spMkLst>
        </pc:spChg>
        <pc:spChg chg="add del mod">
          <ac:chgData name="James Edwicker" userId="f92c5dd9-7436-4bfa-baff-181e7ead024a" providerId="ADAL" clId="{2DDC407A-718E-4EB5-A416-2924CC3BBE1F}" dt="2026-06-10T11:21:24.838" v="543" actId="478"/>
          <ac:spMkLst>
            <pc:docMk/>
            <pc:sldMk cId="2074865064" sldId="281"/>
            <ac:spMk id="5" creationId="{86D3A919-63B5-110A-0A57-77FED9252664}"/>
          </ac:spMkLst>
        </pc:spChg>
        <pc:picChg chg="add mod modCrop">
          <ac:chgData name="James Edwicker" userId="f92c5dd9-7436-4bfa-baff-181e7ead024a" providerId="ADAL" clId="{2DDC407A-718E-4EB5-A416-2924CC3BBE1F}" dt="2026-06-10T11:26:31.142" v="579" actId="1076"/>
          <ac:picMkLst>
            <pc:docMk/>
            <pc:sldMk cId="2074865064" sldId="281"/>
            <ac:picMk id="7" creationId="{2E4CE86D-C9E5-DB39-AC85-5180E022C1C8}"/>
          </ac:picMkLst>
        </pc:picChg>
        <pc:picChg chg="add mod">
          <ac:chgData name="James Edwicker" userId="f92c5dd9-7436-4bfa-baff-181e7ead024a" providerId="ADAL" clId="{2DDC407A-718E-4EB5-A416-2924CC3BBE1F}" dt="2026-06-10T11:26:49.553" v="585" actId="1076"/>
          <ac:picMkLst>
            <pc:docMk/>
            <pc:sldMk cId="2074865064" sldId="281"/>
            <ac:picMk id="9" creationId="{6CA4175C-0677-31D3-750B-405D123159A5}"/>
          </ac:picMkLst>
        </pc:picChg>
        <pc:picChg chg="add mod">
          <ac:chgData name="James Edwicker" userId="f92c5dd9-7436-4bfa-baff-181e7ead024a" providerId="ADAL" clId="{2DDC407A-718E-4EB5-A416-2924CC3BBE1F}" dt="2026-06-10T11:25:35.431" v="563" actId="1076"/>
          <ac:picMkLst>
            <pc:docMk/>
            <pc:sldMk cId="2074865064" sldId="281"/>
            <ac:picMk id="11" creationId="{BF9408A4-CFCE-31D8-1369-2AFFFC3461C2}"/>
          </ac:picMkLst>
        </pc:picChg>
        <pc:picChg chg="add del">
          <ac:chgData name="James Edwicker" userId="f92c5dd9-7436-4bfa-baff-181e7ead024a" providerId="ADAL" clId="{2DDC407A-718E-4EB5-A416-2924CC3BBE1F}" dt="2026-06-10T11:26:34.689" v="581" actId="478"/>
          <ac:picMkLst>
            <pc:docMk/>
            <pc:sldMk cId="2074865064" sldId="281"/>
            <ac:picMk id="13" creationId="{E28BCDD5-0AA1-F895-C999-798715292B60}"/>
          </ac:picMkLst>
        </pc:picChg>
        <pc:picChg chg="add mod">
          <ac:chgData name="James Edwicker" userId="f92c5dd9-7436-4bfa-baff-181e7ead024a" providerId="ADAL" clId="{2DDC407A-718E-4EB5-A416-2924CC3BBE1F}" dt="2026-06-10T11:26:54.676" v="586" actId="1076"/>
          <ac:picMkLst>
            <pc:docMk/>
            <pc:sldMk cId="2074865064" sldId="281"/>
            <ac:picMk id="15" creationId="{7F5DA22A-1807-7C6E-6252-25D8B65A0290}"/>
          </ac:picMkLst>
        </pc:picChg>
        <pc:picChg chg="add mod">
          <ac:chgData name="James Edwicker" userId="f92c5dd9-7436-4bfa-baff-181e7ead024a" providerId="ADAL" clId="{2DDC407A-718E-4EB5-A416-2924CC3BBE1F}" dt="2026-06-10T11:25:53.032" v="568" actId="1076"/>
          <ac:picMkLst>
            <pc:docMk/>
            <pc:sldMk cId="2074865064" sldId="281"/>
            <ac:picMk id="17" creationId="{92A36C6C-EA99-020F-0B30-2F8A47274B0A}"/>
          </ac:picMkLst>
        </pc:picChg>
        <pc:picChg chg="add mod">
          <ac:chgData name="James Edwicker" userId="f92c5dd9-7436-4bfa-baff-181e7ead024a" providerId="ADAL" clId="{2DDC407A-718E-4EB5-A416-2924CC3BBE1F}" dt="2026-06-10T11:26:27.237" v="578" actId="1076"/>
          <ac:picMkLst>
            <pc:docMk/>
            <pc:sldMk cId="2074865064" sldId="281"/>
            <ac:picMk id="19" creationId="{172A78B4-1EB0-8F5A-C105-E8AB1781F04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CFA53-6BAD-FA48-AD66-3E825C67956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D16DE-7F6C-BA45-973C-5038DCD45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21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Problem solving + teamwork</a:t>
            </a:r>
          </a:p>
          <a:p>
            <a:r>
              <a:rPr lang="en-GB"/>
              <a:t>Brandon saved the day</a:t>
            </a:r>
          </a:p>
          <a:p>
            <a:r>
              <a:rPr lang="en-GB"/>
              <a:t>The of </a:t>
            </a:r>
            <a:r>
              <a:rPr lang="en-GB" err="1"/>
              <a:t>kevins</a:t>
            </a:r>
            <a:r>
              <a:rPr lang="en-GB"/>
              <a:t> are evil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16DE-7F6C-BA45-973C-5038DCD4582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596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Stack </a:t>
            </a:r>
            <a:r>
              <a:rPr lang="en-GB" err="1"/>
              <a:t>peltiers</a:t>
            </a:r>
            <a:r>
              <a:rPr lang="en-GB"/>
              <a:t>, to make the cold side colder</a:t>
            </a:r>
          </a:p>
          <a:p>
            <a:r>
              <a:rPr lang="en-GB"/>
              <a:t>Vent moist air</a:t>
            </a:r>
          </a:p>
          <a:p>
            <a:r>
              <a:rPr lang="en-GB"/>
              <a:t>Volumetric flow</a:t>
            </a:r>
          </a:p>
          <a:p>
            <a:r>
              <a:rPr lang="en-GB"/>
              <a:t>Have a representative crop to dry</a:t>
            </a:r>
          </a:p>
          <a:p>
            <a:r>
              <a:rPr lang="en-GB"/>
              <a:t>Use an environmental chamber to control ambient conditions, comparable to </a:t>
            </a:r>
            <a:r>
              <a:rPr lang="en-GB" err="1"/>
              <a:t>usecases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16DE-7F6C-BA45-973C-5038DCD4582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721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D5C48-CEB1-EF1E-F189-BB0416534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D185C-0520-FEA3-4CFE-BE7CA831D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B0BC7-C3A0-E126-C2A3-54E68D40B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Stack </a:t>
            </a:r>
            <a:r>
              <a:rPr lang="en-GB" err="1"/>
              <a:t>peltiers</a:t>
            </a:r>
            <a:r>
              <a:rPr lang="en-GB"/>
              <a:t>, to make the cold side colder</a:t>
            </a:r>
          </a:p>
          <a:p>
            <a:r>
              <a:rPr lang="en-GB"/>
              <a:t>Vent moist air</a:t>
            </a:r>
          </a:p>
          <a:p>
            <a:r>
              <a:rPr lang="en-GB"/>
              <a:t>Volumetric flow</a:t>
            </a:r>
          </a:p>
          <a:p>
            <a:r>
              <a:rPr lang="en-GB"/>
              <a:t>Have a representative crop to dry</a:t>
            </a:r>
          </a:p>
          <a:p>
            <a:r>
              <a:rPr lang="en-GB"/>
              <a:t>Use an environmental chamber to control ambient conditions, comparable to </a:t>
            </a:r>
            <a:r>
              <a:rPr lang="en-GB" err="1"/>
              <a:t>usecases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FE251-4A98-5752-099A-75BC2CD5D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16DE-7F6C-BA45-973C-5038DCD4582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71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57FE-8394-94D1-D326-791DA770C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20586-1711-6FF5-7C15-F83E35CF2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E6424-465D-B8C5-C5E0-53002431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C4A79-5E1D-437B-E858-8E23B865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8AEF6-3C0C-858D-AD91-DA90B385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31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5F97-2255-BC04-5253-C3475FD4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7A8A-99D1-DCFA-8285-232D8E69A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4D7F3-FE65-D680-C523-9B176B84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81D5-BE93-B72F-7D00-A3DA25C5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90F1-0D36-0970-FD4D-FF4F26FBE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18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A9E5-CE87-5632-B144-6153A8A5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ED483-5202-735A-AC5A-5CC0C41E0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299E3-3997-A835-D213-8DDC116A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7632F-E5F2-7582-4D4C-6D9701A0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5ECEA-F9E6-86E2-91ED-2FBB6C62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13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CEE9-81F7-DBB4-CE74-881F304C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F885E-12E6-CE0D-BCBC-7E286E7D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DF2B6-1118-D139-36FC-E4C462611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9481D-DC7C-4B78-4EEF-3A1D9CBC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C0F8D-B47D-1D1C-259B-E5D4E967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52765-91EC-1A68-138F-B98AAE2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23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CEF1-BE7D-4E91-D72B-CB715A71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2CEEB-E97D-4056-9D26-6AD719C51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77AF8-87C2-832A-A55C-246DF8763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B806A-DA83-E4E6-6410-481A1F822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098F9-8207-90C4-F0D1-746152EC8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D9626-E54F-CD06-D03E-ED99EEB8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C87E2-DCC0-4A51-FB59-BE7C8656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6814D-979A-AA3C-9C98-FC328FFE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91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3ADC-62BF-3ADA-39F1-0F2049FC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2AF90-C3C8-FBA7-8B22-56CE4B7BC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48AE5-AD96-F851-D391-EBDDAADC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F7F70-6404-F9D0-440C-7C18A0C4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7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74816-162F-205A-9C01-AB1AA9E9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02DAE-88DF-2202-E164-6B4CB3F0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EB773-5375-54A1-C067-F53FDE33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64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E532-966C-972C-D69B-3A6B5D61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4C8C-FD5D-BAF4-F30E-4DAE8B85E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D71D-DB6F-F061-DC4A-E9946BBE6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15CF7-AF83-C5E8-D628-94B1C5F2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F450C-210A-B967-30D7-B7E19D86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0DA26-61EF-B0A1-042B-B27FD1F4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71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2F36-C16E-AEB1-4CE2-837C9D91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C713B-EC5E-E111-8603-64965B5B6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F098B-6E4B-DEF4-F37E-7FD1D2FF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BABDC-A09E-172F-F160-ED384F98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20C22-3C8A-F7F5-E331-281C4B82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8B4D-5487-F232-216E-A56C9583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22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350A-7864-18AE-94C9-DE47DA68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676BF-73AA-ECE3-2518-4D98BDBC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0ED44-1345-6783-0764-77662395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EB59D-3BFC-87BA-1739-31EA8DF3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90752-D4B9-461B-E6E0-90318E3F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60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3E8E4-E050-5EF7-B376-95AA486D8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0CD68-314C-F118-D001-5DD5CB373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2C9AA-A140-D1EA-E57C-792D09D3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9C98-CA91-6948-7545-B63EE7AC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92F05-2E93-9AD2-A8F3-9254D233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2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403D0-F860-32DC-0EA5-08309A3DA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91247-9FDC-8424-967E-4EAC238D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1F2D-4F5D-7F39-1507-7A794EFC2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1FA87-080A-49EF-B61F-319DE58C6EF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50F58-F090-02A4-C073-97E8C448D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C2E4-5500-5AF2-44DB-EE9114FE4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0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18E8E-33A3-5CEE-302E-1EB50302C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SOLARSAFE – Dehumidifier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1E791-96F2-EFEA-D5E9-7C4F0C481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James Edwicker, Zac Heggie, Josh Tuckwell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4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51C1B-BF83-A0C4-BDEE-FE961019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Context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3395-B098-7581-C6F0-965DB6306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Roughly 4.5 billion people and 1/4 of the world's food crops affected by Aflatoxin contamination.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Disproportionately impacts smallholder farmers.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Aflatoxin causes several billion dollars annually in crop losses, increased health care costs and trade restrictions.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Contamination is amplified by poor drying practices, when maize retains moisture or is exposed to rain. </a:t>
            </a:r>
          </a:p>
        </p:txBody>
      </p:sp>
    </p:spTree>
    <p:extLst>
      <p:ext uri="{BB962C8B-B14F-4D97-AF65-F5344CB8AC3E}">
        <p14:creationId xmlns:p14="http://schemas.microsoft.com/office/powerpoint/2010/main" val="102632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A0E3F-B4D1-5497-9076-939D1539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48" y="68103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Existing 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7222151-08DB-A8D6-6E03-5FDC6B4E4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6940" y="1690688"/>
            <a:ext cx="6358119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D739C5-21DA-D04F-C570-8B4EF2D8E98A}"/>
              </a:ext>
            </a:extLst>
          </p:cNvPr>
          <p:cNvSpPr txBox="1"/>
          <p:nvPr/>
        </p:nvSpPr>
        <p:spPr>
          <a:xfrm>
            <a:off x="630853" y="273433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Solar Cell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DCDE4-7DFC-3CD3-86FC-A698A8402B79}"/>
              </a:ext>
            </a:extLst>
          </p:cNvPr>
          <p:cNvSpPr txBox="1"/>
          <p:nvPr/>
        </p:nvSpPr>
        <p:spPr>
          <a:xfrm>
            <a:off x="491068" y="4190938"/>
            <a:ext cx="153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Controller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B5303-DD36-6DBC-C826-BEF78007F6FA}"/>
              </a:ext>
            </a:extLst>
          </p:cNvPr>
          <p:cNvSpPr txBox="1"/>
          <p:nvPr/>
        </p:nvSpPr>
        <p:spPr>
          <a:xfrm>
            <a:off x="9876277" y="5267044"/>
            <a:ext cx="168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Fan and Motor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96681C-F158-6C88-08EC-94DB07859B4A}"/>
              </a:ext>
            </a:extLst>
          </p:cNvPr>
          <p:cNvSpPr txBox="1"/>
          <p:nvPr/>
        </p:nvSpPr>
        <p:spPr>
          <a:xfrm>
            <a:off x="9735524" y="4033674"/>
            <a:ext cx="168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Inflated Bag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2AA9E6-D362-D825-A84F-BBE83E2FA8D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926253" y="2919000"/>
            <a:ext cx="1968414" cy="95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FDB74F-B35E-9898-E3DB-2DBDC766139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027854" y="4375604"/>
            <a:ext cx="240867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8B7813-A841-2796-D855-0273E5EB43E9}"/>
              </a:ext>
            </a:extLst>
          </p:cNvPr>
          <p:cNvSpPr txBox="1"/>
          <p:nvPr/>
        </p:nvSpPr>
        <p:spPr>
          <a:xfrm>
            <a:off x="491069" y="5523440"/>
            <a:ext cx="153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Battery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120790-2E9E-9B9C-7745-46474135912F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027855" y="5082002"/>
            <a:ext cx="2408678" cy="62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54687D-BBBE-2900-CD1F-285FEA4F3AD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037751" y="4758971"/>
            <a:ext cx="4838526" cy="692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CA38D7-89D6-41F9-C3AF-9FFE99D5770A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891867" y="4218340"/>
            <a:ext cx="2843657" cy="146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6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21955-5509-1EB7-6CD4-7C5D6661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D934A75-162E-96EB-423B-688896F4F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FB8C8-B468-0835-58F1-928694BF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Benefits if Successful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2D2338-E6BC-F469-1776-20F50CA02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8A8AC1-7058-D6E7-7171-75B0B8775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D1DF1-385C-0C09-91E2-CB7F7869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/>
              <a:t>Should effective drying be able to take place: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Maize would be healthier as Aflatoxin carrying fungus would be less capable of growing and contaminating the food.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Maize would be safe for longer, decreasing waste.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Maize would be more valuable, bringing prosperity to the farmers.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380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738A-DAED-44A8-FD0D-40DE1F0B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8197863-1D55-A17C-F6A1-F9ACB5FDA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2D5BA-CB5D-7114-5CC3-BBA8C92F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Mechanical Design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DC9B91-8CDC-7F2D-98C2-B10E64CA3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6DE395-5EA2-7D47-BDA4-460C0AC98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CE86D-C9E5-DB39-AC85-5180E022C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3" b="27640"/>
          <a:stretch>
            <a:fillRect/>
          </a:stretch>
        </p:blipFill>
        <p:spPr>
          <a:xfrm>
            <a:off x="5896070" y="2516615"/>
            <a:ext cx="2879230" cy="1620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4175C-0677-31D3-750B-405D12315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430" y="637762"/>
            <a:ext cx="2634589" cy="3512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9408A4-CFCE-31D8-1369-2AFFFC346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93" y="2033617"/>
            <a:ext cx="5374713" cy="17508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5DA22A-1807-7C6E-6252-25D8B65A0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234" y="4371941"/>
            <a:ext cx="4528107" cy="20919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A36C6C-EA99-020F-0B30-2F8A47274B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22" y="4093570"/>
            <a:ext cx="5083654" cy="23486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2A78B4-1EB0-8F5A-C105-E8AB1781F0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859156"/>
            <a:ext cx="2479583" cy="143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6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630D-826C-26BF-DB5E-5FC2117A2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12C3CAB-7541-A584-725E-C647B34D5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E1811-DB9C-BB8D-100C-B0A98738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Electrical Design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9C59E5-CC48-791C-3137-0E83E37A6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96CCDF-7619-A851-AB44-C4BB88CDA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6B155B-BA82-4437-2F8B-745C948E0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95" y="1839389"/>
            <a:ext cx="4078492" cy="4850100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FEF39AB-E144-BD65-AD98-1BC18346A4A0}"/>
              </a:ext>
            </a:extLst>
          </p:cNvPr>
          <p:cNvSpPr txBox="1">
            <a:spLocks/>
          </p:cNvSpPr>
          <p:nvPr/>
        </p:nvSpPr>
        <p:spPr>
          <a:xfrm>
            <a:off x="838195" y="2306936"/>
            <a:ext cx="10515600" cy="1957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12V Compatible Design</a:t>
            </a:r>
          </a:p>
          <a:p>
            <a:r>
              <a:rPr lang="en-GB" sz="2400"/>
              <a:t>Power supplies for each component</a:t>
            </a:r>
          </a:p>
          <a:p>
            <a:endParaRPr lang="en-GB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680E5E-BB2C-610F-F858-6C2E8E8503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80" t="3323" r="3026" b="4092"/>
          <a:stretch>
            <a:fillRect/>
          </a:stretch>
        </p:blipFill>
        <p:spPr>
          <a:xfrm>
            <a:off x="598516" y="3976524"/>
            <a:ext cx="2844854" cy="1974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46A8AC-49E3-0FC4-0854-5E7AE9141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484" y="3286214"/>
            <a:ext cx="1647516" cy="16852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B101F9-6FFF-EB5B-0332-D2BCA2671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685" y="5292642"/>
            <a:ext cx="1785114" cy="131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61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09A47-69D1-C341-6127-9745BFF7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FCFE1D7-BD04-5648-B539-3DD893922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8ECD1-C6E4-CA26-C475-4F491629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Software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276A06-B66A-D5BA-4128-E03A88082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D9D7B5-8EA2-E2A8-E8C8-2A825094C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BBEA6-685F-6B3B-635E-D1DD5BFE5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5" y="2181360"/>
            <a:ext cx="10515600" cy="1957503"/>
          </a:xfrm>
        </p:spPr>
        <p:txBody>
          <a:bodyPr/>
          <a:lstStyle/>
          <a:p>
            <a:r>
              <a:rPr lang="en-GB"/>
              <a:t>Arduino IDE</a:t>
            </a:r>
          </a:p>
          <a:p>
            <a:pPr lvl="1"/>
            <a:r>
              <a:rPr lang="en-GB"/>
              <a:t>PWM fan control</a:t>
            </a:r>
          </a:p>
          <a:p>
            <a:pPr lvl="1"/>
            <a:r>
              <a:rPr lang="en-GB"/>
              <a:t>Sensor read</a:t>
            </a:r>
          </a:p>
          <a:p>
            <a:r>
              <a:rPr lang="en-GB"/>
              <a:t>Python serial logger</a:t>
            </a:r>
          </a:p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B88579-DF1A-151E-E903-37F636F7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90" t="7592" r="8659" b="2678"/>
          <a:stretch>
            <a:fillRect/>
          </a:stretch>
        </p:blipFill>
        <p:spPr>
          <a:xfrm>
            <a:off x="4783516" y="4461072"/>
            <a:ext cx="2356370" cy="182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BFACB-87AD-D511-6E56-A566954E4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83" t="1535" r="1634" b="1381"/>
          <a:stretch>
            <a:fillRect/>
          </a:stretch>
        </p:blipFill>
        <p:spPr>
          <a:xfrm>
            <a:off x="7829451" y="2368253"/>
            <a:ext cx="2494789" cy="244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7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92ED7-FD63-982A-5BC5-FBB64B79A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AA00F6-9DDA-007A-F11D-B8FBC02EB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AE0F7-6A8D-93CB-472E-07565156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48" y="68103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Experimental Test 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2A10D-D3F3-61E4-209E-A5D4D504A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82819A-E0E8-92D7-44B1-E751AFA5E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E582ED-FF51-3E76-F8C1-4AAA46900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612283"/>
              </p:ext>
            </p:extLst>
          </p:nvPr>
        </p:nvGraphicFramePr>
        <p:xfrm>
          <a:off x="1155606" y="2011190"/>
          <a:ext cx="9199877" cy="4450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562850145"/>
                    </a:ext>
                  </a:extLst>
                </a:gridCol>
                <a:gridCol w="4673599">
                  <a:extLst>
                    <a:ext uri="{9D8B030D-6E8A-4147-A177-3AD203B41FA5}">
                      <a16:colId xmlns:a16="http://schemas.microsoft.com/office/drawing/2014/main" val="1847077642"/>
                    </a:ext>
                  </a:extLst>
                </a:gridCol>
                <a:gridCol w="2595878">
                  <a:extLst>
                    <a:ext uri="{9D8B030D-6E8A-4147-A177-3AD203B41FA5}">
                      <a16:colId xmlns:a16="http://schemas.microsoft.com/office/drawing/2014/main" val="2974517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Test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Fan Duty /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54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1</a:t>
                      </a:r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GB"/>
                        <a:t>Peltiers + Heater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53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3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026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GB"/>
                        <a:t>Heater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6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1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662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7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Peltiers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1822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8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6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9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04296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Closed Loop with Peltiers</a:t>
                      </a:r>
                      <a:endParaRPr lang="en-GB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918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Closed Loop with Peltiers and Heater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160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596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9118-616F-B8F7-7373-E88ADE2B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D619E6-32DD-FB7E-5156-7C1059845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5F082-BBD1-15CD-DF40-0A6DD5976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48" y="53879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FF6F91-2BD9-7769-463B-29ED4920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3A4F0B-6E2B-49EC-064B-75B28D3A7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showing the temperature of fans&#10;&#10;AI-generated content may be incorrect.">
            <a:extLst>
              <a:ext uri="{FF2B5EF4-FFF2-40B4-BE49-F238E27FC236}">
                <a16:creationId xmlns:a16="http://schemas.microsoft.com/office/drawing/2014/main" id="{CA48AC6B-11E9-F73B-BB49-F4B4508BB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161" y="103481"/>
            <a:ext cx="6295084" cy="3894666"/>
          </a:xfrm>
          <a:prstGeom prst="rect">
            <a:avLst/>
          </a:prstGeom>
        </p:spPr>
      </p:pic>
      <p:pic>
        <p:nvPicPr>
          <p:cNvPr id="11" name="Picture 10" descr="A graph of a temperature&#10;&#10;AI-generated content may be incorrect.">
            <a:extLst>
              <a:ext uri="{FF2B5EF4-FFF2-40B4-BE49-F238E27FC236}">
                <a16:creationId xmlns:a16="http://schemas.microsoft.com/office/drawing/2014/main" id="{574CDE1B-B42F-3612-09AA-7104C0E87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5" y="2991555"/>
            <a:ext cx="6163379" cy="376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86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92FD4-54CD-822E-B582-E22969F8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2BD47-72BE-4EEB-BD1C-8779FF464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7EAD2-F318-9CCF-F250-5BE0EF35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48" y="53879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436466-CEC4-9012-48FC-4AF9D9304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E6DB1-9B65-2487-2973-EC372D421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of humidity&#10;&#10;AI-generated content may be incorrect.">
            <a:extLst>
              <a:ext uri="{FF2B5EF4-FFF2-40B4-BE49-F238E27FC236}">
                <a16:creationId xmlns:a16="http://schemas.microsoft.com/office/drawing/2014/main" id="{BCB91F72-5DE0-6CAE-0A85-F2122A701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251" y="111760"/>
            <a:ext cx="6527258" cy="3972560"/>
          </a:xfrm>
          <a:prstGeom prst="rect">
            <a:avLst/>
          </a:prstGeom>
        </p:spPr>
      </p:pic>
      <p:pic>
        <p:nvPicPr>
          <p:cNvPr id="7" name="Picture 6" descr="A graph of a temperature&#10;&#10;AI-generated content may be incorrect.">
            <a:extLst>
              <a:ext uri="{FF2B5EF4-FFF2-40B4-BE49-F238E27FC236}">
                <a16:creationId xmlns:a16="http://schemas.microsoft.com/office/drawing/2014/main" id="{2AD81A3D-FA9A-7CDB-883D-63619EF05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1" y="3037840"/>
            <a:ext cx="6009098" cy="369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5A5F-DB58-D45D-B521-2CF1EA42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EC2F28-EC0D-A130-1E2F-D2A8E0AFC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CEFF7-F139-11AF-E6FE-210D4024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48" y="53879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9D58D-3D26-9971-D2C0-824ACBF90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D7A06D-4310-C8C8-FC0D-C48C494B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EAD17-865B-6811-31E7-61DAEF71EF76}"/>
              </a:ext>
            </a:extLst>
          </p:cNvPr>
          <p:cNvSpPr txBox="1"/>
          <p:nvPr/>
        </p:nvSpPr>
        <p:spPr>
          <a:xfrm>
            <a:off x="231140" y="2273300"/>
            <a:ext cx="303784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/>
              <a:t>Importantly this does not account for volumetric flow which is an important parameter</a:t>
            </a:r>
          </a:p>
        </p:txBody>
      </p:sp>
      <p:pic>
        <p:nvPicPr>
          <p:cNvPr id="7" name="Picture 6" descr="A graph of a performance ranking&#10;&#10;AI-generated content may be incorrect.">
            <a:extLst>
              <a:ext uri="{FF2B5EF4-FFF2-40B4-BE49-F238E27FC236}">
                <a16:creationId xmlns:a16="http://schemas.microsoft.com/office/drawing/2014/main" id="{8DB6698E-62E1-5AA2-3A07-5FF1297A2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142" y="985520"/>
            <a:ext cx="8783957" cy="5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62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70F86-A8C3-858F-7864-70DFC2C2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2CFFAC-24A3-FA40-CD2D-8DB002B1C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EEC05-C27A-DDCA-F1EE-04D4FBF60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48" y="53879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4728CE-EC3A-00C2-9390-E4FFE8A73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516ACD-AB68-28CE-CEBA-1F0C47507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showing the temperature and humidity&#10;&#10;AI-generated content may be incorrect.">
            <a:extLst>
              <a:ext uri="{FF2B5EF4-FFF2-40B4-BE49-F238E27FC236}">
                <a16:creationId xmlns:a16="http://schemas.microsoft.com/office/drawing/2014/main" id="{C57FB1D8-40E1-4D18-5160-2C5F3801B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89" y="1195977"/>
            <a:ext cx="9187543" cy="553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67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08EF6-6C50-0D38-8371-96D6DD7A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D27441-888E-526C-794F-BC810D80E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0C739-564F-A1C3-EF37-3F80D0858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48" y="53879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98B65F-9E5C-CBCF-4A45-E96A864B4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30B304-380A-6F8D-FBAD-9EAD90C5B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1A46E-6E68-B5DB-F5DF-B9404ABE376F}"/>
              </a:ext>
            </a:extLst>
          </p:cNvPr>
          <p:cNvSpPr txBox="1"/>
          <p:nvPr/>
        </p:nvSpPr>
        <p:spPr>
          <a:xfrm>
            <a:off x="825500" y="2235200"/>
            <a:ext cx="10850880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/>
              <a:t>In the closed loop case, we achieved:</a:t>
            </a:r>
            <a:endParaRPr lang="en-US"/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GB" sz="2400"/>
              <a:t>A bag temperature of 31°C and </a:t>
            </a:r>
            <a:r>
              <a:rPr lang="en-GB" sz="2400" err="1"/>
              <a:t>Rel</a:t>
            </a:r>
            <a:r>
              <a:rPr lang="en-GB" sz="2400"/>
              <a:t> Humidity of 22% with just the </a:t>
            </a:r>
            <a:r>
              <a:rPr lang="en-GB" sz="2400" err="1"/>
              <a:t>Peltiers</a:t>
            </a:r>
            <a:r>
              <a:rPr lang="en-GB" sz="2400"/>
              <a:t> at a power of 94.5W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GB" sz="2400"/>
              <a:t>A bag temperature of 36°C and </a:t>
            </a:r>
            <a:r>
              <a:rPr lang="en-GB" sz="2400" err="1"/>
              <a:t>Rel</a:t>
            </a:r>
            <a:r>
              <a:rPr lang="en-GB" sz="2400"/>
              <a:t> Humidity of 17% with both </a:t>
            </a:r>
            <a:r>
              <a:rPr lang="en-GB" sz="2400" err="1"/>
              <a:t>Peltiers</a:t>
            </a:r>
            <a:r>
              <a:rPr lang="en-GB" sz="2400"/>
              <a:t> and the heater at a power of 127.2W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endParaRPr lang="en-GB" sz="2400"/>
          </a:p>
          <a:p>
            <a:pPr>
              <a:spcAft>
                <a:spcPts val="600"/>
              </a:spcAft>
            </a:pPr>
            <a:r>
              <a:rPr lang="en-GB" sz="2400"/>
              <a:t>This seems to show that our design is feasible - we would want to test it with a drying load inside to further prove this, but results shows confidence in the design</a:t>
            </a:r>
          </a:p>
        </p:txBody>
      </p:sp>
    </p:spTree>
    <p:extLst>
      <p:ext uri="{BB962C8B-B14F-4D97-AF65-F5344CB8AC3E}">
        <p14:creationId xmlns:p14="http://schemas.microsoft.com/office/powerpoint/2010/main" val="2860932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61CC-6C39-3570-26F0-C9E6E9D8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ABD7F-B805-D640-4115-0A01837C7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78E0C-B821-DFB4-6E27-60154DFA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48" y="53879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Continued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0BDD0-C354-B608-EC55-A1B0C5DD6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F662D-DF6D-3451-495A-5B7BBA97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FB859-7D15-6F41-ED86-EEBA14C095F9}"/>
              </a:ext>
            </a:extLst>
          </p:cNvPr>
          <p:cNvSpPr txBox="1"/>
          <p:nvPr/>
        </p:nvSpPr>
        <p:spPr>
          <a:xfrm>
            <a:off x="825500" y="2235200"/>
            <a:ext cx="1085088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Stacking Peltier elements.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Vent moist air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Volumetric flow measurement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Have a representative crop to dry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Test in an environmental chamber</a:t>
            </a:r>
          </a:p>
        </p:txBody>
      </p:sp>
    </p:spTree>
    <p:extLst>
      <p:ext uri="{BB962C8B-B14F-4D97-AF65-F5344CB8AC3E}">
        <p14:creationId xmlns:p14="http://schemas.microsoft.com/office/powerpoint/2010/main" val="1193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SOLARSAFE – Dehumidifier</vt:lpstr>
      <vt:lpstr>Context</vt:lpstr>
      <vt:lpstr>Existing Product</vt:lpstr>
      <vt:lpstr>Benefits if Successful</vt:lpstr>
      <vt:lpstr>Mechanical Design</vt:lpstr>
      <vt:lpstr>Electrical Design</vt:lpstr>
      <vt:lpstr>Software</vt:lpstr>
      <vt:lpstr>Experimental Test Plan</vt:lpstr>
      <vt:lpstr>Results</vt:lpstr>
      <vt:lpstr>Results</vt:lpstr>
      <vt:lpstr>Results</vt:lpstr>
      <vt:lpstr>Results</vt:lpstr>
      <vt:lpstr>Results</vt:lpstr>
      <vt:lpstr>Continued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Tuckwell</dc:creator>
  <cp:revision>1</cp:revision>
  <dcterms:created xsi:type="dcterms:W3CDTF">2026-05-20T11:01:55Z</dcterms:created>
  <dcterms:modified xsi:type="dcterms:W3CDTF">2026-06-10T11:32:30Z</dcterms:modified>
</cp:coreProperties>
</file>